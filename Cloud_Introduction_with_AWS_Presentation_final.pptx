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71" r:id="rId3"/>
    <p:sldId id="257" r:id="rId4"/>
    <p:sldId id="258" r:id="rId5"/>
    <p:sldId id="259" r:id="rId6"/>
    <p:sldId id="267" r:id="rId7"/>
    <p:sldId id="260" r:id="rId8"/>
    <p:sldId id="270" r:id="rId9"/>
    <p:sldId id="268" r:id="rId10"/>
    <p:sldId id="261" r:id="rId11"/>
    <p:sldId id="272" r:id="rId12"/>
    <p:sldId id="263" r:id="rId13"/>
    <p:sldId id="262" r:id="rId14"/>
    <p:sldId id="265" r:id="rId15"/>
    <p:sldId id="269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E92DCD-78DA-40E0-B0A2-B2498517AFD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79DA31B-499A-421C-95EF-A5D7A75F79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Scalability: Grow when needed</a:t>
          </a:r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6666DA1-57A3-4D9B-B054-3A687C5E8A36}" type="parTrans" cxnId="{1D9C024D-7C12-4C54-9621-5DEE487F3D62}">
      <dgm:prSet/>
      <dgm:spPr/>
      <dgm:t>
        <a:bodyPr/>
        <a:lstStyle/>
        <a:p>
          <a:endParaRPr lang="en-US"/>
        </a:p>
      </dgm:t>
    </dgm:pt>
    <dgm:pt modelId="{CD47BD27-66D7-43AD-8084-955D6EC1FCD8}" type="sibTrans" cxnId="{1D9C024D-7C12-4C54-9621-5DEE487F3D62}">
      <dgm:prSet/>
      <dgm:spPr/>
      <dgm:t>
        <a:bodyPr/>
        <a:lstStyle/>
        <a:p>
          <a:endParaRPr lang="en-US"/>
        </a:p>
      </dgm:t>
    </dgm:pt>
    <dgm:pt modelId="{6DA4FAD4-E742-4015-BFE8-897D75125D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Cost-effective: Pay for what you use</a:t>
          </a:r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BD910C0-67D7-4D8A-84D2-DC5C934F1067}" type="parTrans" cxnId="{F13377BA-E002-42BA-964B-2495E05D7716}">
      <dgm:prSet/>
      <dgm:spPr/>
      <dgm:t>
        <a:bodyPr/>
        <a:lstStyle/>
        <a:p>
          <a:endParaRPr lang="en-US"/>
        </a:p>
      </dgm:t>
    </dgm:pt>
    <dgm:pt modelId="{5D69DDF3-8A16-4CBF-BDEC-1BAA14327E08}" type="sibTrans" cxnId="{F13377BA-E002-42BA-964B-2495E05D7716}">
      <dgm:prSet/>
      <dgm:spPr/>
      <dgm:t>
        <a:bodyPr/>
        <a:lstStyle/>
        <a:p>
          <a:endParaRPr lang="en-US"/>
        </a:p>
      </dgm:t>
    </dgm:pt>
    <dgm:pt modelId="{662288E8-D357-4C71-864B-B37DC66BBE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High Availability: More reliable than your sleep schedule</a:t>
          </a:r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8C2D846-FFC8-4588-A254-9CDB0165567F}" type="parTrans" cxnId="{89B59167-C67E-45ED-BD22-EEA317E1F5B8}">
      <dgm:prSet/>
      <dgm:spPr/>
      <dgm:t>
        <a:bodyPr/>
        <a:lstStyle/>
        <a:p>
          <a:endParaRPr lang="en-US"/>
        </a:p>
      </dgm:t>
    </dgm:pt>
    <dgm:pt modelId="{83EFF634-0A9E-480F-B858-1FABF7F41892}" type="sibTrans" cxnId="{89B59167-C67E-45ED-BD22-EEA317E1F5B8}">
      <dgm:prSet/>
      <dgm:spPr/>
      <dgm:t>
        <a:bodyPr/>
        <a:lstStyle/>
        <a:p>
          <a:endParaRPr lang="en-US"/>
        </a:p>
      </dgm:t>
    </dgm:pt>
    <dgm:pt modelId="{3F05C471-EDFB-489D-AEFF-23822546F1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Security: Safer than WhatsApp backup</a:t>
          </a:r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86DE455-276F-4AE9-BEBA-E6F2C3E3FAFE}" type="parTrans" cxnId="{CFEDCB4C-7E37-45D8-8DCE-7E9CE4D2DD95}">
      <dgm:prSet/>
      <dgm:spPr/>
      <dgm:t>
        <a:bodyPr/>
        <a:lstStyle/>
        <a:p>
          <a:endParaRPr lang="en-US"/>
        </a:p>
      </dgm:t>
    </dgm:pt>
    <dgm:pt modelId="{7DD7087E-0FD0-45C4-BD3E-5E836402FFEC}" type="sibTrans" cxnId="{CFEDCB4C-7E37-45D8-8DCE-7E9CE4D2DD95}">
      <dgm:prSet/>
      <dgm:spPr/>
      <dgm:t>
        <a:bodyPr/>
        <a:lstStyle/>
        <a:p>
          <a:endParaRPr lang="en-US"/>
        </a:p>
      </dgm:t>
    </dgm:pt>
    <dgm:pt modelId="{3D0BA671-E2B2-4F41-9F64-C2BB857C854B}" type="pres">
      <dgm:prSet presAssocID="{16E92DCD-78DA-40E0-B0A2-B2498517AFDF}" presName="root" presStyleCnt="0">
        <dgm:presLayoutVars>
          <dgm:dir/>
          <dgm:resizeHandles val="exact"/>
        </dgm:presLayoutVars>
      </dgm:prSet>
      <dgm:spPr/>
    </dgm:pt>
    <dgm:pt modelId="{61F1FF7F-081C-4F33-97AF-75703311CD13}" type="pres">
      <dgm:prSet presAssocID="{E79DA31B-499A-421C-95EF-A5D7A75F79E5}" presName="compNode" presStyleCnt="0"/>
      <dgm:spPr/>
    </dgm:pt>
    <dgm:pt modelId="{D9F57C1D-5508-4B3E-9151-EFBF5EE0F866}" type="pres">
      <dgm:prSet presAssocID="{E79DA31B-499A-421C-95EF-A5D7A75F79E5}" presName="bgRect" presStyleLbl="bgShp" presStyleIdx="0" presStyleCnt="4"/>
      <dgm:spPr/>
    </dgm:pt>
    <dgm:pt modelId="{433DF1AF-A01F-4514-B6E6-6004CEC5E1C7}" type="pres">
      <dgm:prSet presAssocID="{E79DA31B-499A-421C-95EF-A5D7A75F79E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cculent"/>
        </a:ext>
      </dgm:extLst>
    </dgm:pt>
    <dgm:pt modelId="{9344ACEC-FC31-463F-B6F6-0E58CF0C78BF}" type="pres">
      <dgm:prSet presAssocID="{E79DA31B-499A-421C-95EF-A5D7A75F79E5}" presName="spaceRect" presStyleCnt="0"/>
      <dgm:spPr/>
    </dgm:pt>
    <dgm:pt modelId="{CBE02053-5FEB-4F74-BA91-4142C83F2A41}" type="pres">
      <dgm:prSet presAssocID="{E79DA31B-499A-421C-95EF-A5D7A75F79E5}" presName="parTx" presStyleLbl="revTx" presStyleIdx="0" presStyleCnt="4">
        <dgm:presLayoutVars>
          <dgm:chMax val="0"/>
          <dgm:chPref val="0"/>
        </dgm:presLayoutVars>
      </dgm:prSet>
      <dgm:spPr/>
    </dgm:pt>
    <dgm:pt modelId="{4B4189FF-C858-424E-A5D6-9690833F0F14}" type="pres">
      <dgm:prSet presAssocID="{CD47BD27-66D7-43AD-8084-955D6EC1FCD8}" presName="sibTrans" presStyleCnt="0"/>
      <dgm:spPr/>
    </dgm:pt>
    <dgm:pt modelId="{4E8772B2-C419-4E87-B564-BA69036518BC}" type="pres">
      <dgm:prSet presAssocID="{6DA4FAD4-E742-4015-BFE8-897D75125D0E}" presName="compNode" presStyleCnt="0"/>
      <dgm:spPr/>
    </dgm:pt>
    <dgm:pt modelId="{F4D2BBE2-4999-4F3D-B759-C5E7D03C03E4}" type="pres">
      <dgm:prSet presAssocID="{6DA4FAD4-E742-4015-BFE8-897D75125D0E}" presName="bgRect" presStyleLbl="bgShp" presStyleIdx="1" presStyleCnt="4" custLinFactNeighborY="9988"/>
      <dgm:spPr/>
    </dgm:pt>
    <dgm:pt modelId="{0BF1DB1B-8FFD-4A88-8531-CBA2E66B2676}" type="pres">
      <dgm:prSet presAssocID="{6DA4FAD4-E742-4015-BFE8-897D75125D0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FA53D177-C55B-459A-9397-33E43666A48A}" type="pres">
      <dgm:prSet presAssocID="{6DA4FAD4-E742-4015-BFE8-897D75125D0E}" presName="spaceRect" presStyleCnt="0"/>
      <dgm:spPr/>
    </dgm:pt>
    <dgm:pt modelId="{B9B9A3E3-80F3-490B-B7BB-20E9B2D06627}" type="pres">
      <dgm:prSet presAssocID="{6DA4FAD4-E742-4015-BFE8-897D75125D0E}" presName="parTx" presStyleLbl="revTx" presStyleIdx="1" presStyleCnt="4">
        <dgm:presLayoutVars>
          <dgm:chMax val="0"/>
          <dgm:chPref val="0"/>
        </dgm:presLayoutVars>
      </dgm:prSet>
      <dgm:spPr/>
    </dgm:pt>
    <dgm:pt modelId="{5902D225-195A-4366-A718-19C2264896EC}" type="pres">
      <dgm:prSet presAssocID="{5D69DDF3-8A16-4CBF-BDEC-1BAA14327E08}" presName="sibTrans" presStyleCnt="0"/>
      <dgm:spPr/>
    </dgm:pt>
    <dgm:pt modelId="{857B4424-AF96-48AA-A8D6-516E5F79C14E}" type="pres">
      <dgm:prSet presAssocID="{662288E8-D357-4C71-864B-B37DC66BBE50}" presName="compNode" presStyleCnt="0"/>
      <dgm:spPr/>
    </dgm:pt>
    <dgm:pt modelId="{70988871-0B6F-4531-BCB5-AAC301D27825}" type="pres">
      <dgm:prSet presAssocID="{662288E8-D357-4C71-864B-B37DC66BBE50}" presName="bgRect" presStyleLbl="bgShp" presStyleIdx="2" presStyleCnt="4"/>
      <dgm:spPr/>
    </dgm:pt>
    <dgm:pt modelId="{17203267-3A40-4604-BAFE-E96D96021A1E}" type="pres">
      <dgm:prSet presAssocID="{662288E8-D357-4C71-864B-B37DC66BBE5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leep"/>
        </a:ext>
      </dgm:extLst>
    </dgm:pt>
    <dgm:pt modelId="{CECA8C6D-16D2-400E-8F4B-E0B5E1E9F191}" type="pres">
      <dgm:prSet presAssocID="{662288E8-D357-4C71-864B-B37DC66BBE50}" presName="spaceRect" presStyleCnt="0"/>
      <dgm:spPr/>
    </dgm:pt>
    <dgm:pt modelId="{5EFCDB96-E9DE-469C-A067-8240A97B6CF9}" type="pres">
      <dgm:prSet presAssocID="{662288E8-D357-4C71-864B-B37DC66BBE50}" presName="parTx" presStyleLbl="revTx" presStyleIdx="2" presStyleCnt="4">
        <dgm:presLayoutVars>
          <dgm:chMax val="0"/>
          <dgm:chPref val="0"/>
        </dgm:presLayoutVars>
      </dgm:prSet>
      <dgm:spPr/>
    </dgm:pt>
    <dgm:pt modelId="{6983204D-9191-4BE9-8BD3-C74BE08DC384}" type="pres">
      <dgm:prSet presAssocID="{83EFF634-0A9E-480F-B858-1FABF7F41892}" presName="sibTrans" presStyleCnt="0"/>
      <dgm:spPr/>
    </dgm:pt>
    <dgm:pt modelId="{277C4846-0596-4106-B875-B63E77B1048A}" type="pres">
      <dgm:prSet presAssocID="{3F05C471-EDFB-489D-AEFF-23822546F10C}" presName="compNode" presStyleCnt="0"/>
      <dgm:spPr/>
    </dgm:pt>
    <dgm:pt modelId="{73DDBB79-7229-486E-8127-ABAED073318C}" type="pres">
      <dgm:prSet presAssocID="{3F05C471-EDFB-489D-AEFF-23822546F10C}" presName="bgRect" presStyleLbl="bgShp" presStyleIdx="3" presStyleCnt="4"/>
      <dgm:spPr/>
    </dgm:pt>
    <dgm:pt modelId="{70730876-D726-4089-916E-6C24571034FA}" type="pres">
      <dgm:prSet presAssocID="{3F05C471-EDFB-489D-AEFF-23822546F10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beat"/>
        </a:ext>
      </dgm:extLst>
    </dgm:pt>
    <dgm:pt modelId="{7B1CD1D3-6EDB-4A9A-A38C-F94C39BA71A0}" type="pres">
      <dgm:prSet presAssocID="{3F05C471-EDFB-489D-AEFF-23822546F10C}" presName="spaceRect" presStyleCnt="0"/>
      <dgm:spPr/>
    </dgm:pt>
    <dgm:pt modelId="{400E7CBA-D240-470F-9796-2D778C429EB1}" type="pres">
      <dgm:prSet presAssocID="{3F05C471-EDFB-489D-AEFF-23822546F10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762D021-9E6C-42D4-8109-C47AFB5A1F32}" type="presOf" srcId="{3F05C471-EDFB-489D-AEFF-23822546F10C}" destId="{400E7CBA-D240-470F-9796-2D778C429EB1}" srcOrd="0" destOrd="0" presId="urn:microsoft.com/office/officeart/2018/2/layout/IconVerticalSolidList"/>
    <dgm:cxn modelId="{89B59167-C67E-45ED-BD22-EEA317E1F5B8}" srcId="{16E92DCD-78DA-40E0-B0A2-B2498517AFDF}" destId="{662288E8-D357-4C71-864B-B37DC66BBE50}" srcOrd="2" destOrd="0" parTransId="{58C2D846-FFC8-4588-A254-9CDB0165567F}" sibTransId="{83EFF634-0A9E-480F-B858-1FABF7F41892}"/>
    <dgm:cxn modelId="{CFEDCB4C-7E37-45D8-8DCE-7E9CE4D2DD95}" srcId="{16E92DCD-78DA-40E0-B0A2-B2498517AFDF}" destId="{3F05C471-EDFB-489D-AEFF-23822546F10C}" srcOrd="3" destOrd="0" parTransId="{086DE455-276F-4AE9-BEBA-E6F2C3E3FAFE}" sibTransId="{7DD7087E-0FD0-45C4-BD3E-5E836402FFEC}"/>
    <dgm:cxn modelId="{1D9C024D-7C12-4C54-9621-5DEE487F3D62}" srcId="{16E92DCD-78DA-40E0-B0A2-B2498517AFDF}" destId="{E79DA31B-499A-421C-95EF-A5D7A75F79E5}" srcOrd="0" destOrd="0" parTransId="{B6666DA1-57A3-4D9B-B054-3A687C5E8A36}" sibTransId="{CD47BD27-66D7-43AD-8084-955D6EC1FCD8}"/>
    <dgm:cxn modelId="{CEDB3F6F-0DFD-4A8C-B319-7F15F143130C}" type="presOf" srcId="{662288E8-D357-4C71-864B-B37DC66BBE50}" destId="{5EFCDB96-E9DE-469C-A067-8240A97B6CF9}" srcOrd="0" destOrd="0" presId="urn:microsoft.com/office/officeart/2018/2/layout/IconVerticalSolidList"/>
    <dgm:cxn modelId="{49611798-3F76-4348-8BFC-0FBEE5010265}" type="presOf" srcId="{6DA4FAD4-E742-4015-BFE8-897D75125D0E}" destId="{B9B9A3E3-80F3-490B-B7BB-20E9B2D06627}" srcOrd="0" destOrd="0" presId="urn:microsoft.com/office/officeart/2018/2/layout/IconVerticalSolidList"/>
    <dgm:cxn modelId="{F13377BA-E002-42BA-964B-2495E05D7716}" srcId="{16E92DCD-78DA-40E0-B0A2-B2498517AFDF}" destId="{6DA4FAD4-E742-4015-BFE8-897D75125D0E}" srcOrd="1" destOrd="0" parTransId="{2BD910C0-67D7-4D8A-84D2-DC5C934F1067}" sibTransId="{5D69DDF3-8A16-4CBF-BDEC-1BAA14327E08}"/>
    <dgm:cxn modelId="{7B94EBE6-8B3B-4A75-8297-D1F048A35614}" type="presOf" srcId="{16E92DCD-78DA-40E0-B0A2-B2498517AFDF}" destId="{3D0BA671-E2B2-4F41-9F64-C2BB857C854B}" srcOrd="0" destOrd="0" presId="urn:microsoft.com/office/officeart/2018/2/layout/IconVerticalSolidList"/>
    <dgm:cxn modelId="{96BB37EC-B8A2-406C-9BF3-8D5AB0E13EDF}" type="presOf" srcId="{E79DA31B-499A-421C-95EF-A5D7A75F79E5}" destId="{CBE02053-5FEB-4F74-BA91-4142C83F2A41}" srcOrd="0" destOrd="0" presId="urn:microsoft.com/office/officeart/2018/2/layout/IconVerticalSolidList"/>
    <dgm:cxn modelId="{862B1FD4-5F25-43C8-A89C-6F7C18B909D7}" type="presParOf" srcId="{3D0BA671-E2B2-4F41-9F64-C2BB857C854B}" destId="{61F1FF7F-081C-4F33-97AF-75703311CD13}" srcOrd="0" destOrd="0" presId="urn:microsoft.com/office/officeart/2018/2/layout/IconVerticalSolidList"/>
    <dgm:cxn modelId="{80ED05AF-B5A8-498C-9E60-F64AE8562454}" type="presParOf" srcId="{61F1FF7F-081C-4F33-97AF-75703311CD13}" destId="{D9F57C1D-5508-4B3E-9151-EFBF5EE0F866}" srcOrd="0" destOrd="0" presId="urn:microsoft.com/office/officeart/2018/2/layout/IconVerticalSolidList"/>
    <dgm:cxn modelId="{18E27F29-7AC2-42A8-8D69-3BDB05F8FDE3}" type="presParOf" srcId="{61F1FF7F-081C-4F33-97AF-75703311CD13}" destId="{433DF1AF-A01F-4514-B6E6-6004CEC5E1C7}" srcOrd="1" destOrd="0" presId="urn:microsoft.com/office/officeart/2018/2/layout/IconVerticalSolidList"/>
    <dgm:cxn modelId="{E68344FF-1A18-41C7-B2D5-13537346433F}" type="presParOf" srcId="{61F1FF7F-081C-4F33-97AF-75703311CD13}" destId="{9344ACEC-FC31-463F-B6F6-0E58CF0C78BF}" srcOrd="2" destOrd="0" presId="urn:microsoft.com/office/officeart/2018/2/layout/IconVerticalSolidList"/>
    <dgm:cxn modelId="{C9E06E37-3C6A-405A-9963-498BB0990E37}" type="presParOf" srcId="{61F1FF7F-081C-4F33-97AF-75703311CD13}" destId="{CBE02053-5FEB-4F74-BA91-4142C83F2A41}" srcOrd="3" destOrd="0" presId="urn:microsoft.com/office/officeart/2018/2/layout/IconVerticalSolidList"/>
    <dgm:cxn modelId="{C8FC3A61-E6E2-4597-81FD-B858480CBB3E}" type="presParOf" srcId="{3D0BA671-E2B2-4F41-9F64-C2BB857C854B}" destId="{4B4189FF-C858-424E-A5D6-9690833F0F14}" srcOrd="1" destOrd="0" presId="urn:microsoft.com/office/officeart/2018/2/layout/IconVerticalSolidList"/>
    <dgm:cxn modelId="{F9A48718-F97E-4D9B-8B87-1D370A0FF0A1}" type="presParOf" srcId="{3D0BA671-E2B2-4F41-9F64-C2BB857C854B}" destId="{4E8772B2-C419-4E87-B564-BA69036518BC}" srcOrd="2" destOrd="0" presId="urn:microsoft.com/office/officeart/2018/2/layout/IconVerticalSolidList"/>
    <dgm:cxn modelId="{7C883F70-3723-4319-87BB-136E4CEA585C}" type="presParOf" srcId="{4E8772B2-C419-4E87-B564-BA69036518BC}" destId="{F4D2BBE2-4999-4F3D-B759-C5E7D03C03E4}" srcOrd="0" destOrd="0" presId="urn:microsoft.com/office/officeart/2018/2/layout/IconVerticalSolidList"/>
    <dgm:cxn modelId="{F9CB4A4D-BB1A-47AC-96F3-FD5EC6107BF1}" type="presParOf" srcId="{4E8772B2-C419-4E87-B564-BA69036518BC}" destId="{0BF1DB1B-8FFD-4A88-8531-CBA2E66B2676}" srcOrd="1" destOrd="0" presId="urn:microsoft.com/office/officeart/2018/2/layout/IconVerticalSolidList"/>
    <dgm:cxn modelId="{DBA96FDF-7CC7-44B6-9DF0-7EFC7A78920E}" type="presParOf" srcId="{4E8772B2-C419-4E87-B564-BA69036518BC}" destId="{FA53D177-C55B-459A-9397-33E43666A48A}" srcOrd="2" destOrd="0" presId="urn:microsoft.com/office/officeart/2018/2/layout/IconVerticalSolidList"/>
    <dgm:cxn modelId="{8BEC9BA0-805B-44E0-80A4-DB7FCA727653}" type="presParOf" srcId="{4E8772B2-C419-4E87-B564-BA69036518BC}" destId="{B9B9A3E3-80F3-490B-B7BB-20E9B2D06627}" srcOrd="3" destOrd="0" presId="urn:microsoft.com/office/officeart/2018/2/layout/IconVerticalSolidList"/>
    <dgm:cxn modelId="{A7EB6B05-BEDD-4A71-BBC6-B2734D5A9B98}" type="presParOf" srcId="{3D0BA671-E2B2-4F41-9F64-C2BB857C854B}" destId="{5902D225-195A-4366-A718-19C2264896EC}" srcOrd="3" destOrd="0" presId="urn:microsoft.com/office/officeart/2018/2/layout/IconVerticalSolidList"/>
    <dgm:cxn modelId="{ECA96539-CE9F-4DF1-AEA0-4D953FC552BB}" type="presParOf" srcId="{3D0BA671-E2B2-4F41-9F64-C2BB857C854B}" destId="{857B4424-AF96-48AA-A8D6-516E5F79C14E}" srcOrd="4" destOrd="0" presId="urn:microsoft.com/office/officeart/2018/2/layout/IconVerticalSolidList"/>
    <dgm:cxn modelId="{4B7BD5B7-E95A-4594-A6E3-0A520111878B}" type="presParOf" srcId="{857B4424-AF96-48AA-A8D6-516E5F79C14E}" destId="{70988871-0B6F-4531-BCB5-AAC301D27825}" srcOrd="0" destOrd="0" presId="urn:microsoft.com/office/officeart/2018/2/layout/IconVerticalSolidList"/>
    <dgm:cxn modelId="{AFFA0DF8-3E3D-4FB0-AE2C-DA2FB03559DA}" type="presParOf" srcId="{857B4424-AF96-48AA-A8D6-516E5F79C14E}" destId="{17203267-3A40-4604-BAFE-E96D96021A1E}" srcOrd="1" destOrd="0" presId="urn:microsoft.com/office/officeart/2018/2/layout/IconVerticalSolidList"/>
    <dgm:cxn modelId="{3F5E3127-D9AB-4181-8A77-B994B6563C82}" type="presParOf" srcId="{857B4424-AF96-48AA-A8D6-516E5F79C14E}" destId="{CECA8C6D-16D2-400E-8F4B-E0B5E1E9F191}" srcOrd="2" destOrd="0" presId="urn:microsoft.com/office/officeart/2018/2/layout/IconVerticalSolidList"/>
    <dgm:cxn modelId="{0C0C53E3-1A35-47FC-A830-00A466245378}" type="presParOf" srcId="{857B4424-AF96-48AA-A8D6-516E5F79C14E}" destId="{5EFCDB96-E9DE-469C-A067-8240A97B6CF9}" srcOrd="3" destOrd="0" presId="urn:microsoft.com/office/officeart/2018/2/layout/IconVerticalSolidList"/>
    <dgm:cxn modelId="{32629D8B-84B4-46EF-BE02-FC77AB14BB37}" type="presParOf" srcId="{3D0BA671-E2B2-4F41-9F64-C2BB857C854B}" destId="{6983204D-9191-4BE9-8BD3-C74BE08DC384}" srcOrd="5" destOrd="0" presId="urn:microsoft.com/office/officeart/2018/2/layout/IconVerticalSolidList"/>
    <dgm:cxn modelId="{7F204E44-563B-4DF5-81A9-2F641B9A9194}" type="presParOf" srcId="{3D0BA671-E2B2-4F41-9F64-C2BB857C854B}" destId="{277C4846-0596-4106-B875-B63E77B1048A}" srcOrd="6" destOrd="0" presId="urn:microsoft.com/office/officeart/2018/2/layout/IconVerticalSolidList"/>
    <dgm:cxn modelId="{FF64052A-F09B-42B3-AC20-2F448204070B}" type="presParOf" srcId="{277C4846-0596-4106-B875-B63E77B1048A}" destId="{73DDBB79-7229-486E-8127-ABAED073318C}" srcOrd="0" destOrd="0" presId="urn:microsoft.com/office/officeart/2018/2/layout/IconVerticalSolidList"/>
    <dgm:cxn modelId="{8818F218-7A83-4A11-8368-2CE71864062A}" type="presParOf" srcId="{277C4846-0596-4106-B875-B63E77B1048A}" destId="{70730876-D726-4089-916E-6C24571034FA}" srcOrd="1" destOrd="0" presId="urn:microsoft.com/office/officeart/2018/2/layout/IconVerticalSolidList"/>
    <dgm:cxn modelId="{71D364BE-D946-4EEF-9349-C54E43F7B3A5}" type="presParOf" srcId="{277C4846-0596-4106-B875-B63E77B1048A}" destId="{7B1CD1D3-6EDB-4A9A-A38C-F94C39BA71A0}" srcOrd="2" destOrd="0" presId="urn:microsoft.com/office/officeart/2018/2/layout/IconVerticalSolidList"/>
    <dgm:cxn modelId="{33EAC322-8ED7-4C4A-8BFB-9C9A630C2DA9}" type="presParOf" srcId="{277C4846-0596-4106-B875-B63E77B1048A}" destId="{400E7CBA-D240-470F-9796-2D778C429EB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C42912-DCE5-48C7-A5C8-B6875669160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A036CBC-FE62-4F70-94C0-AB38E2D4EC9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EC2 – </a:t>
          </a:r>
          <a:r>
            <a:rPr lang="en-US" sz="2000" b="0" i="0" dirty="0"/>
            <a:t>It allows users to rent virtual servers</a:t>
          </a:r>
          <a:endParaRPr lang="en-US" sz="2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B2ECCF1-50EA-4599-9B9C-98C754FF2EDE}" type="parTrans" cxnId="{65739576-C6E8-4A7B-A161-A1C2D9D8EC78}">
      <dgm:prSet/>
      <dgm:spPr/>
      <dgm:t>
        <a:bodyPr/>
        <a:lstStyle/>
        <a:p>
          <a:endParaRPr lang="en-US"/>
        </a:p>
      </dgm:t>
    </dgm:pt>
    <dgm:pt modelId="{946792DD-C425-4B98-B71B-E37465A8ECB4}" type="sibTrans" cxnId="{65739576-C6E8-4A7B-A161-A1C2D9D8EC7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E87A2A9-B939-46F2-8AD7-C93A1B4C73F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S3 – Store anything (except breakup chats)</a:t>
          </a:r>
          <a:endParaRPr lang="en-US" sz="2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D8AAC90-A65B-4706-AB5D-1CD7F0DB53FA}" type="parTrans" cxnId="{FE9B8788-95EA-46A3-8E87-80809E687BC0}">
      <dgm:prSet/>
      <dgm:spPr/>
      <dgm:t>
        <a:bodyPr/>
        <a:lstStyle/>
        <a:p>
          <a:endParaRPr lang="en-US"/>
        </a:p>
      </dgm:t>
    </dgm:pt>
    <dgm:pt modelId="{932C9BFE-3BD8-46E4-8A9D-50CABE9C18D0}" type="sibTrans" cxnId="{FE9B8788-95EA-46A3-8E87-80809E687BC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51F0C49-DA0D-4C55-8177-7BCD3F4CF09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RDS – Database with automatic backups</a:t>
          </a:r>
          <a:endParaRPr lang="en-US" sz="2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CD78C00-5DF8-46E4-A0B9-06C31AB7767D}" type="parTrans" cxnId="{34650827-8A08-40DB-AD0F-18DBAF590CE5}">
      <dgm:prSet/>
      <dgm:spPr/>
      <dgm:t>
        <a:bodyPr/>
        <a:lstStyle/>
        <a:p>
          <a:endParaRPr lang="en-US"/>
        </a:p>
      </dgm:t>
    </dgm:pt>
    <dgm:pt modelId="{63FA35FB-1D4D-41D9-939E-36B096E4F56A}" type="sibTrans" cxnId="{34650827-8A08-40DB-AD0F-18DBAF590CE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F85901F-CD78-4375-AF6D-F0C5A99E808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Lambda – Magic code without servers</a:t>
          </a:r>
          <a:endParaRPr lang="en-US" sz="2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13F4FF2-591E-4829-AA94-DA4D33178914}" type="parTrans" cxnId="{7848267F-6603-4DF6-9E7B-59FB60484299}">
      <dgm:prSet/>
      <dgm:spPr/>
      <dgm:t>
        <a:bodyPr/>
        <a:lstStyle/>
        <a:p>
          <a:endParaRPr lang="en-US"/>
        </a:p>
      </dgm:t>
    </dgm:pt>
    <dgm:pt modelId="{10F2B748-E738-49FF-92CC-EE033CA049D0}" type="sibTrans" cxnId="{7848267F-6603-4DF6-9E7B-59FB6048429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90633D1-F8E1-4AF9-8BA6-6F47446B716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IAM – The bouncer of AWS</a:t>
          </a:r>
          <a:endParaRPr lang="en-US" sz="2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DFAE7FC-B72D-478B-BEB9-8D6F494ECE35}" type="parTrans" cxnId="{4E8CFBC5-469D-4FB5-A328-529EEEA04151}">
      <dgm:prSet/>
      <dgm:spPr/>
      <dgm:t>
        <a:bodyPr/>
        <a:lstStyle/>
        <a:p>
          <a:endParaRPr lang="en-US"/>
        </a:p>
      </dgm:t>
    </dgm:pt>
    <dgm:pt modelId="{71918282-8FB1-4C7A-ADD5-EA3889B26B03}" type="sibTrans" cxnId="{4E8CFBC5-469D-4FB5-A328-529EEEA04151}">
      <dgm:prSet/>
      <dgm:spPr/>
      <dgm:t>
        <a:bodyPr/>
        <a:lstStyle/>
        <a:p>
          <a:endParaRPr lang="en-US"/>
        </a:p>
      </dgm:t>
    </dgm:pt>
    <dgm:pt modelId="{A78CC01C-318B-4015-83DA-E65CE11C23E7}" type="pres">
      <dgm:prSet presAssocID="{A6C42912-DCE5-48C7-A5C8-B68756691603}" presName="root" presStyleCnt="0">
        <dgm:presLayoutVars>
          <dgm:dir/>
          <dgm:resizeHandles val="exact"/>
        </dgm:presLayoutVars>
      </dgm:prSet>
      <dgm:spPr/>
    </dgm:pt>
    <dgm:pt modelId="{448A0801-A1EE-4787-9A71-089A925EDE63}" type="pres">
      <dgm:prSet presAssocID="{A6C42912-DCE5-48C7-A5C8-B68756691603}" presName="container" presStyleCnt="0">
        <dgm:presLayoutVars>
          <dgm:dir/>
          <dgm:resizeHandles val="exact"/>
        </dgm:presLayoutVars>
      </dgm:prSet>
      <dgm:spPr/>
    </dgm:pt>
    <dgm:pt modelId="{16F59373-0C49-43BA-BDA2-CC299B6C0B9E}" type="pres">
      <dgm:prSet presAssocID="{FA036CBC-FE62-4F70-94C0-AB38E2D4EC97}" presName="compNode" presStyleCnt="0"/>
      <dgm:spPr/>
    </dgm:pt>
    <dgm:pt modelId="{C8555DBB-B248-4187-9AD8-925088526DF7}" type="pres">
      <dgm:prSet presAssocID="{FA036CBC-FE62-4F70-94C0-AB38E2D4EC97}" presName="iconBgRect" presStyleLbl="bgShp" presStyleIdx="0" presStyleCnt="5"/>
      <dgm:spPr/>
    </dgm:pt>
    <dgm:pt modelId="{3832FC4C-FB86-4164-88DE-36ABF5A4A5F9}" type="pres">
      <dgm:prSet presAssocID="{FA036CBC-FE62-4F70-94C0-AB38E2D4EC9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sed Book"/>
        </a:ext>
      </dgm:extLst>
    </dgm:pt>
    <dgm:pt modelId="{C0F03FE6-170D-4C9F-98AD-00DD354689B0}" type="pres">
      <dgm:prSet presAssocID="{FA036CBC-FE62-4F70-94C0-AB38E2D4EC97}" presName="spaceRect" presStyleCnt="0"/>
      <dgm:spPr/>
    </dgm:pt>
    <dgm:pt modelId="{2834B6DD-4D35-4FE0-AAC8-C9F2C08F38D3}" type="pres">
      <dgm:prSet presAssocID="{FA036CBC-FE62-4F70-94C0-AB38E2D4EC97}" presName="textRect" presStyleLbl="revTx" presStyleIdx="0" presStyleCnt="5">
        <dgm:presLayoutVars>
          <dgm:chMax val="1"/>
          <dgm:chPref val="1"/>
        </dgm:presLayoutVars>
      </dgm:prSet>
      <dgm:spPr/>
    </dgm:pt>
    <dgm:pt modelId="{EB5AEB7A-A951-40E8-9B5A-740641EA6B19}" type="pres">
      <dgm:prSet presAssocID="{946792DD-C425-4B98-B71B-E37465A8ECB4}" presName="sibTrans" presStyleLbl="sibTrans2D1" presStyleIdx="0" presStyleCnt="0"/>
      <dgm:spPr/>
    </dgm:pt>
    <dgm:pt modelId="{1E145532-E531-4B91-A748-43059A4905D6}" type="pres">
      <dgm:prSet presAssocID="{BE87A2A9-B939-46F2-8AD7-C93A1B4C73F5}" presName="compNode" presStyleCnt="0"/>
      <dgm:spPr/>
    </dgm:pt>
    <dgm:pt modelId="{960E52F7-32BE-44B9-84DA-2F5FBD4F2436}" type="pres">
      <dgm:prSet presAssocID="{BE87A2A9-B939-46F2-8AD7-C93A1B4C73F5}" presName="iconBgRect" presStyleLbl="bgShp" presStyleIdx="1" presStyleCnt="5"/>
      <dgm:spPr/>
    </dgm:pt>
    <dgm:pt modelId="{CB516605-F32A-4808-9B0E-F577BA6253D3}" type="pres">
      <dgm:prSet presAssocID="{BE87A2A9-B939-46F2-8AD7-C93A1B4C73F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508EB6B8-DAF5-417B-879B-6149804DA64D}" type="pres">
      <dgm:prSet presAssocID="{BE87A2A9-B939-46F2-8AD7-C93A1B4C73F5}" presName="spaceRect" presStyleCnt="0"/>
      <dgm:spPr/>
    </dgm:pt>
    <dgm:pt modelId="{3BBDBFAF-8819-4417-861C-FE573D33A1F9}" type="pres">
      <dgm:prSet presAssocID="{BE87A2A9-B939-46F2-8AD7-C93A1B4C73F5}" presName="textRect" presStyleLbl="revTx" presStyleIdx="1" presStyleCnt="5">
        <dgm:presLayoutVars>
          <dgm:chMax val="1"/>
          <dgm:chPref val="1"/>
        </dgm:presLayoutVars>
      </dgm:prSet>
      <dgm:spPr/>
    </dgm:pt>
    <dgm:pt modelId="{C7DF5F80-B040-4977-AEAD-71148B6EE5AC}" type="pres">
      <dgm:prSet presAssocID="{932C9BFE-3BD8-46E4-8A9D-50CABE9C18D0}" presName="sibTrans" presStyleLbl="sibTrans2D1" presStyleIdx="0" presStyleCnt="0"/>
      <dgm:spPr/>
    </dgm:pt>
    <dgm:pt modelId="{96DDABBD-1044-4CE3-AD12-3EF2F8E55B15}" type="pres">
      <dgm:prSet presAssocID="{151F0C49-DA0D-4C55-8177-7BCD3F4CF09D}" presName="compNode" presStyleCnt="0"/>
      <dgm:spPr/>
    </dgm:pt>
    <dgm:pt modelId="{32854695-1EA8-40BB-B479-24608642B633}" type="pres">
      <dgm:prSet presAssocID="{151F0C49-DA0D-4C55-8177-7BCD3F4CF09D}" presName="iconBgRect" presStyleLbl="bgShp" presStyleIdx="2" presStyleCnt="5"/>
      <dgm:spPr/>
    </dgm:pt>
    <dgm:pt modelId="{48A48998-D3E0-4045-8FE8-2F92E24F86A9}" type="pres">
      <dgm:prSet presAssocID="{151F0C49-DA0D-4C55-8177-7BCD3F4CF09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8B9F203-286E-4D4E-932D-1D22B5A09CA2}" type="pres">
      <dgm:prSet presAssocID="{151F0C49-DA0D-4C55-8177-7BCD3F4CF09D}" presName="spaceRect" presStyleCnt="0"/>
      <dgm:spPr/>
    </dgm:pt>
    <dgm:pt modelId="{773B584B-D9CD-4510-B909-BABBEA9F494E}" type="pres">
      <dgm:prSet presAssocID="{151F0C49-DA0D-4C55-8177-7BCD3F4CF09D}" presName="textRect" presStyleLbl="revTx" presStyleIdx="2" presStyleCnt="5">
        <dgm:presLayoutVars>
          <dgm:chMax val="1"/>
          <dgm:chPref val="1"/>
        </dgm:presLayoutVars>
      </dgm:prSet>
      <dgm:spPr/>
    </dgm:pt>
    <dgm:pt modelId="{11ED4F5A-66A4-4985-B86F-D77B0B04B69C}" type="pres">
      <dgm:prSet presAssocID="{63FA35FB-1D4D-41D9-939E-36B096E4F56A}" presName="sibTrans" presStyleLbl="sibTrans2D1" presStyleIdx="0" presStyleCnt="0"/>
      <dgm:spPr/>
    </dgm:pt>
    <dgm:pt modelId="{C7CEC2C7-95AB-416D-B1C6-587C1FEAB7E0}" type="pres">
      <dgm:prSet presAssocID="{BF85901F-CD78-4375-AF6D-F0C5A99E8086}" presName="compNode" presStyleCnt="0"/>
      <dgm:spPr/>
    </dgm:pt>
    <dgm:pt modelId="{017294C0-B475-4E2C-A511-9197B83C17B1}" type="pres">
      <dgm:prSet presAssocID="{BF85901F-CD78-4375-AF6D-F0C5A99E8086}" presName="iconBgRect" presStyleLbl="bgShp" presStyleIdx="3" presStyleCnt="5"/>
      <dgm:spPr/>
    </dgm:pt>
    <dgm:pt modelId="{22355FF0-59AE-4850-8D0E-DCD64E10CDFC}" type="pres">
      <dgm:prSet presAssocID="{BF85901F-CD78-4375-AF6D-F0C5A99E808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5C6E000B-EBF8-46FD-BF00-73C7AA02F68B}" type="pres">
      <dgm:prSet presAssocID="{BF85901F-CD78-4375-AF6D-F0C5A99E8086}" presName="spaceRect" presStyleCnt="0"/>
      <dgm:spPr/>
    </dgm:pt>
    <dgm:pt modelId="{88BD9945-6202-46E4-A54C-C1A03A78FAEF}" type="pres">
      <dgm:prSet presAssocID="{BF85901F-CD78-4375-AF6D-F0C5A99E8086}" presName="textRect" presStyleLbl="revTx" presStyleIdx="3" presStyleCnt="5">
        <dgm:presLayoutVars>
          <dgm:chMax val="1"/>
          <dgm:chPref val="1"/>
        </dgm:presLayoutVars>
      </dgm:prSet>
      <dgm:spPr/>
    </dgm:pt>
    <dgm:pt modelId="{06BFDFF0-AFC0-424F-809D-6AF4F20DA31D}" type="pres">
      <dgm:prSet presAssocID="{10F2B748-E738-49FF-92CC-EE033CA049D0}" presName="sibTrans" presStyleLbl="sibTrans2D1" presStyleIdx="0" presStyleCnt="0"/>
      <dgm:spPr/>
    </dgm:pt>
    <dgm:pt modelId="{97C37744-A453-421C-B884-527FB0460F22}" type="pres">
      <dgm:prSet presAssocID="{590633D1-F8E1-4AF9-8BA6-6F47446B716D}" presName="compNode" presStyleCnt="0"/>
      <dgm:spPr/>
    </dgm:pt>
    <dgm:pt modelId="{41F445D6-58AC-4445-AF3A-B5484D0D3652}" type="pres">
      <dgm:prSet presAssocID="{590633D1-F8E1-4AF9-8BA6-6F47446B716D}" presName="iconBgRect" presStyleLbl="bgShp" presStyleIdx="4" presStyleCnt="5"/>
      <dgm:spPr/>
    </dgm:pt>
    <dgm:pt modelId="{6167C54F-D9BB-44D6-B1FF-4B2B25E5CC37}" type="pres">
      <dgm:prSet presAssocID="{590633D1-F8E1-4AF9-8BA6-6F47446B716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1E8A7F00-C852-4510-9ADE-4C51D75A77E2}" type="pres">
      <dgm:prSet presAssocID="{590633D1-F8E1-4AF9-8BA6-6F47446B716D}" presName="spaceRect" presStyleCnt="0"/>
      <dgm:spPr/>
    </dgm:pt>
    <dgm:pt modelId="{17E082A9-C4B6-4C85-AC4E-2731A92D3CA4}" type="pres">
      <dgm:prSet presAssocID="{590633D1-F8E1-4AF9-8BA6-6F47446B716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CA6E613-161C-4BEE-841C-5589956DBD6C}" type="presOf" srcId="{63FA35FB-1D4D-41D9-939E-36B096E4F56A}" destId="{11ED4F5A-66A4-4985-B86F-D77B0B04B69C}" srcOrd="0" destOrd="0" presId="urn:microsoft.com/office/officeart/2018/2/layout/IconCircleList"/>
    <dgm:cxn modelId="{A721D019-116F-4E96-A2EA-42742C67A412}" type="presOf" srcId="{BF85901F-CD78-4375-AF6D-F0C5A99E8086}" destId="{88BD9945-6202-46E4-A54C-C1A03A78FAEF}" srcOrd="0" destOrd="0" presId="urn:microsoft.com/office/officeart/2018/2/layout/IconCircleList"/>
    <dgm:cxn modelId="{34650827-8A08-40DB-AD0F-18DBAF590CE5}" srcId="{A6C42912-DCE5-48C7-A5C8-B68756691603}" destId="{151F0C49-DA0D-4C55-8177-7BCD3F4CF09D}" srcOrd="2" destOrd="0" parTransId="{BCD78C00-5DF8-46E4-A0B9-06C31AB7767D}" sibTransId="{63FA35FB-1D4D-41D9-939E-36B096E4F56A}"/>
    <dgm:cxn modelId="{BB03B328-36B8-4D7B-BC1A-BFAA79DA935F}" type="presOf" srcId="{A6C42912-DCE5-48C7-A5C8-B68756691603}" destId="{A78CC01C-318B-4015-83DA-E65CE11C23E7}" srcOrd="0" destOrd="0" presId="urn:microsoft.com/office/officeart/2018/2/layout/IconCircleList"/>
    <dgm:cxn modelId="{1E0EAF5D-DE16-4322-B580-350AC579E297}" type="presOf" srcId="{932C9BFE-3BD8-46E4-8A9D-50CABE9C18D0}" destId="{C7DF5F80-B040-4977-AEAD-71148B6EE5AC}" srcOrd="0" destOrd="0" presId="urn:microsoft.com/office/officeart/2018/2/layout/IconCircleList"/>
    <dgm:cxn modelId="{39DB4772-F9E4-42CE-8760-BB7D4FF816E3}" type="presOf" srcId="{FA036CBC-FE62-4F70-94C0-AB38E2D4EC97}" destId="{2834B6DD-4D35-4FE0-AAC8-C9F2C08F38D3}" srcOrd="0" destOrd="0" presId="urn:microsoft.com/office/officeart/2018/2/layout/IconCircleList"/>
    <dgm:cxn modelId="{65739576-C6E8-4A7B-A161-A1C2D9D8EC78}" srcId="{A6C42912-DCE5-48C7-A5C8-B68756691603}" destId="{FA036CBC-FE62-4F70-94C0-AB38E2D4EC97}" srcOrd="0" destOrd="0" parTransId="{FB2ECCF1-50EA-4599-9B9C-98C754FF2EDE}" sibTransId="{946792DD-C425-4B98-B71B-E37465A8ECB4}"/>
    <dgm:cxn modelId="{7F337359-73C6-4994-B812-860ECFBEC15C}" type="presOf" srcId="{590633D1-F8E1-4AF9-8BA6-6F47446B716D}" destId="{17E082A9-C4B6-4C85-AC4E-2731A92D3CA4}" srcOrd="0" destOrd="0" presId="urn:microsoft.com/office/officeart/2018/2/layout/IconCircleList"/>
    <dgm:cxn modelId="{7848267F-6603-4DF6-9E7B-59FB60484299}" srcId="{A6C42912-DCE5-48C7-A5C8-B68756691603}" destId="{BF85901F-CD78-4375-AF6D-F0C5A99E8086}" srcOrd="3" destOrd="0" parTransId="{C13F4FF2-591E-4829-AA94-DA4D33178914}" sibTransId="{10F2B748-E738-49FF-92CC-EE033CA049D0}"/>
    <dgm:cxn modelId="{A2847E85-8518-4BF8-9D19-C9142193E90C}" type="presOf" srcId="{151F0C49-DA0D-4C55-8177-7BCD3F4CF09D}" destId="{773B584B-D9CD-4510-B909-BABBEA9F494E}" srcOrd="0" destOrd="0" presId="urn:microsoft.com/office/officeart/2018/2/layout/IconCircleList"/>
    <dgm:cxn modelId="{3D504786-6719-4C72-8B3E-BE1CF47E05D3}" type="presOf" srcId="{10F2B748-E738-49FF-92CC-EE033CA049D0}" destId="{06BFDFF0-AFC0-424F-809D-6AF4F20DA31D}" srcOrd="0" destOrd="0" presId="urn:microsoft.com/office/officeart/2018/2/layout/IconCircleList"/>
    <dgm:cxn modelId="{FE9B8788-95EA-46A3-8E87-80809E687BC0}" srcId="{A6C42912-DCE5-48C7-A5C8-B68756691603}" destId="{BE87A2A9-B939-46F2-8AD7-C93A1B4C73F5}" srcOrd="1" destOrd="0" parTransId="{CD8AAC90-A65B-4706-AB5D-1CD7F0DB53FA}" sibTransId="{932C9BFE-3BD8-46E4-8A9D-50CABE9C18D0}"/>
    <dgm:cxn modelId="{9AAD8888-288B-4F61-B184-8A8E42384FDA}" type="presOf" srcId="{946792DD-C425-4B98-B71B-E37465A8ECB4}" destId="{EB5AEB7A-A951-40E8-9B5A-740641EA6B19}" srcOrd="0" destOrd="0" presId="urn:microsoft.com/office/officeart/2018/2/layout/IconCircleList"/>
    <dgm:cxn modelId="{952D1794-DF12-4835-A8A1-562C90E0DDDD}" type="presOf" srcId="{BE87A2A9-B939-46F2-8AD7-C93A1B4C73F5}" destId="{3BBDBFAF-8819-4417-861C-FE573D33A1F9}" srcOrd="0" destOrd="0" presId="urn:microsoft.com/office/officeart/2018/2/layout/IconCircleList"/>
    <dgm:cxn modelId="{4E8CFBC5-469D-4FB5-A328-529EEEA04151}" srcId="{A6C42912-DCE5-48C7-A5C8-B68756691603}" destId="{590633D1-F8E1-4AF9-8BA6-6F47446B716D}" srcOrd="4" destOrd="0" parTransId="{9DFAE7FC-B72D-478B-BEB9-8D6F494ECE35}" sibTransId="{71918282-8FB1-4C7A-ADD5-EA3889B26B03}"/>
    <dgm:cxn modelId="{402F2DB7-BEA7-416B-AE64-4DA7DBF9C4CF}" type="presParOf" srcId="{A78CC01C-318B-4015-83DA-E65CE11C23E7}" destId="{448A0801-A1EE-4787-9A71-089A925EDE63}" srcOrd="0" destOrd="0" presId="urn:microsoft.com/office/officeart/2018/2/layout/IconCircleList"/>
    <dgm:cxn modelId="{B100D26F-BF0C-49CE-9353-BFC58DC74401}" type="presParOf" srcId="{448A0801-A1EE-4787-9A71-089A925EDE63}" destId="{16F59373-0C49-43BA-BDA2-CC299B6C0B9E}" srcOrd="0" destOrd="0" presId="urn:microsoft.com/office/officeart/2018/2/layout/IconCircleList"/>
    <dgm:cxn modelId="{9ACD97CD-6043-4930-B1C4-3392F73C6BB8}" type="presParOf" srcId="{16F59373-0C49-43BA-BDA2-CC299B6C0B9E}" destId="{C8555DBB-B248-4187-9AD8-925088526DF7}" srcOrd="0" destOrd="0" presId="urn:microsoft.com/office/officeart/2018/2/layout/IconCircleList"/>
    <dgm:cxn modelId="{3B0D639A-CA2C-473A-A307-9EF236241FA1}" type="presParOf" srcId="{16F59373-0C49-43BA-BDA2-CC299B6C0B9E}" destId="{3832FC4C-FB86-4164-88DE-36ABF5A4A5F9}" srcOrd="1" destOrd="0" presId="urn:microsoft.com/office/officeart/2018/2/layout/IconCircleList"/>
    <dgm:cxn modelId="{F0379AC1-D949-484B-A6F0-7A5AE1946F44}" type="presParOf" srcId="{16F59373-0C49-43BA-BDA2-CC299B6C0B9E}" destId="{C0F03FE6-170D-4C9F-98AD-00DD354689B0}" srcOrd="2" destOrd="0" presId="urn:microsoft.com/office/officeart/2018/2/layout/IconCircleList"/>
    <dgm:cxn modelId="{BB3F46A3-C8E3-4899-BDFE-CFF95BD30194}" type="presParOf" srcId="{16F59373-0C49-43BA-BDA2-CC299B6C0B9E}" destId="{2834B6DD-4D35-4FE0-AAC8-C9F2C08F38D3}" srcOrd="3" destOrd="0" presId="urn:microsoft.com/office/officeart/2018/2/layout/IconCircleList"/>
    <dgm:cxn modelId="{31E9FF16-5FC9-46B9-B089-54BBF1DB13E1}" type="presParOf" srcId="{448A0801-A1EE-4787-9A71-089A925EDE63}" destId="{EB5AEB7A-A951-40E8-9B5A-740641EA6B19}" srcOrd="1" destOrd="0" presId="urn:microsoft.com/office/officeart/2018/2/layout/IconCircleList"/>
    <dgm:cxn modelId="{C06F2390-0FE8-46C2-ACFC-B671527E43D0}" type="presParOf" srcId="{448A0801-A1EE-4787-9A71-089A925EDE63}" destId="{1E145532-E531-4B91-A748-43059A4905D6}" srcOrd="2" destOrd="0" presId="urn:microsoft.com/office/officeart/2018/2/layout/IconCircleList"/>
    <dgm:cxn modelId="{29692327-7918-4C66-9192-5A5AA6C23748}" type="presParOf" srcId="{1E145532-E531-4B91-A748-43059A4905D6}" destId="{960E52F7-32BE-44B9-84DA-2F5FBD4F2436}" srcOrd="0" destOrd="0" presId="urn:microsoft.com/office/officeart/2018/2/layout/IconCircleList"/>
    <dgm:cxn modelId="{3FE58A59-349B-4446-A306-B1339899C940}" type="presParOf" srcId="{1E145532-E531-4B91-A748-43059A4905D6}" destId="{CB516605-F32A-4808-9B0E-F577BA6253D3}" srcOrd="1" destOrd="0" presId="urn:microsoft.com/office/officeart/2018/2/layout/IconCircleList"/>
    <dgm:cxn modelId="{6B04DD19-B846-422D-A208-6F8C5FA99086}" type="presParOf" srcId="{1E145532-E531-4B91-A748-43059A4905D6}" destId="{508EB6B8-DAF5-417B-879B-6149804DA64D}" srcOrd="2" destOrd="0" presId="urn:microsoft.com/office/officeart/2018/2/layout/IconCircleList"/>
    <dgm:cxn modelId="{3265D292-03BC-4941-A562-E470324B1A24}" type="presParOf" srcId="{1E145532-E531-4B91-A748-43059A4905D6}" destId="{3BBDBFAF-8819-4417-861C-FE573D33A1F9}" srcOrd="3" destOrd="0" presId="urn:microsoft.com/office/officeart/2018/2/layout/IconCircleList"/>
    <dgm:cxn modelId="{D1F0E1B4-DACF-4C4C-B7A5-8A271D6BA404}" type="presParOf" srcId="{448A0801-A1EE-4787-9A71-089A925EDE63}" destId="{C7DF5F80-B040-4977-AEAD-71148B6EE5AC}" srcOrd="3" destOrd="0" presId="urn:microsoft.com/office/officeart/2018/2/layout/IconCircleList"/>
    <dgm:cxn modelId="{11FE2E8E-C99D-4590-BFCF-7C0ED212E348}" type="presParOf" srcId="{448A0801-A1EE-4787-9A71-089A925EDE63}" destId="{96DDABBD-1044-4CE3-AD12-3EF2F8E55B15}" srcOrd="4" destOrd="0" presId="urn:microsoft.com/office/officeart/2018/2/layout/IconCircleList"/>
    <dgm:cxn modelId="{0A352290-3C31-4933-A901-4FAE2E13F529}" type="presParOf" srcId="{96DDABBD-1044-4CE3-AD12-3EF2F8E55B15}" destId="{32854695-1EA8-40BB-B479-24608642B633}" srcOrd="0" destOrd="0" presId="urn:microsoft.com/office/officeart/2018/2/layout/IconCircleList"/>
    <dgm:cxn modelId="{B77750D6-3AF3-40F2-AA23-BD656F9741FA}" type="presParOf" srcId="{96DDABBD-1044-4CE3-AD12-3EF2F8E55B15}" destId="{48A48998-D3E0-4045-8FE8-2F92E24F86A9}" srcOrd="1" destOrd="0" presId="urn:microsoft.com/office/officeart/2018/2/layout/IconCircleList"/>
    <dgm:cxn modelId="{A3CC33FD-BEA5-4B9D-ADB1-0D3A8C97AA47}" type="presParOf" srcId="{96DDABBD-1044-4CE3-AD12-3EF2F8E55B15}" destId="{28B9F203-286E-4D4E-932D-1D22B5A09CA2}" srcOrd="2" destOrd="0" presId="urn:microsoft.com/office/officeart/2018/2/layout/IconCircleList"/>
    <dgm:cxn modelId="{4BB5EC0C-2AA4-44AA-B3E6-BB492B4A1D1A}" type="presParOf" srcId="{96DDABBD-1044-4CE3-AD12-3EF2F8E55B15}" destId="{773B584B-D9CD-4510-B909-BABBEA9F494E}" srcOrd="3" destOrd="0" presId="urn:microsoft.com/office/officeart/2018/2/layout/IconCircleList"/>
    <dgm:cxn modelId="{46AC7274-CF11-475C-88BA-F1AC4E77CFEF}" type="presParOf" srcId="{448A0801-A1EE-4787-9A71-089A925EDE63}" destId="{11ED4F5A-66A4-4985-B86F-D77B0B04B69C}" srcOrd="5" destOrd="0" presId="urn:microsoft.com/office/officeart/2018/2/layout/IconCircleList"/>
    <dgm:cxn modelId="{A1DE924C-8D2B-4695-ACCD-7E2852F7E6DD}" type="presParOf" srcId="{448A0801-A1EE-4787-9A71-089A925EDE63}" destId="{C7CEC2C7-95AB-416D-B1C6-587C1FEAB7E0}" srcOrd="6" destOrd="0" presId="urn:microsoft.com/office/officeart/2018/2/layout/IconCircleList"/>
    <dgm:cxn modelId="{8E7F30A0-7F76-4DCC-B02C-4A086AC4F50C}" type="presParOf" srcId="{C7CEC2C7-95AB-416D-B1C6-587C1FEAB7E0}" destId="{017294C0-B475-4E2C-A511-9197B83C17B1}" srcOrd="0" destOrd="0" presId="urn:microsoft.com/office/officeart/2018/2/layout/IconCircleList"/>
    <dgm:cxn modelId="{532A6954-1260-4630-8AD8-469605D43456}" type="presParOf" srcId="{C7CEC2C7-95AB-416D-B1C6-587C1FEAB7E0}" destId="{22355FF0-59AE-4850-8D0E-DCD64E10CDFC}" srcOrd="1" destOrd="0" presId="urn:microsoft.com/office/officeart/2018/2/layout/IconCircleList"/>
    <dgm:cxn modelId="{37225AF9-FBE6-4077-848A-6F93227BDA6A}" type="presParOf" srcId="{C7CEC2C7-95AB-416D-B1C6-587C1FEAB7E0}" destId="{5C6E000B-EBF8-46FD-BF00-73C7AA02F68B}" srcOrd="2" destOrd="0" presId="urn:microsoft.com/office/officeart/2018/2/layout/IconCircleList"/>
    <dgm:cxn modelId="{19DEFB41-699D-4683-AF7F-0265A508D512}" type="presParOf" srcId="{C7CEC2C7-95AB-416D-B1C6-587C1FEAB7E0}" destId="{88BD9945-6202-46E4-A54C-C1A03A78FAEF}" srcOrd="3" destOrd="0" presId="urn:microsoft.com/office/officeart/2018/2/layout/IconCircleList"/>
    <dgm:cxn modelId="{58FA9957-FECF-40C0-96C5-CDA8232E9902}" type="presParOf" srcId="{448A0801-A1EE-4787-9A71-089A925EDE63}" destId="{06BFDFF0-AFC0-424F-809D-6AF4F20DA31D}" srcOrd="7" destOrd="0" presId="urn:microsoft.com/office/officeart/2018/2/layout/IconCircleList"/>
    <dgm:cxn modelId="{13B4BD59-E2F1-4ED9-88A6-7CEF6F44A0DA}" type="presParOf" srcId="{448A0801-A1EE-4787-9A71-089A925EDE63}" destId="{97C37744-A453-421C-B884-527FB0460F22}" srcOrd="8" destOrd="0" presId="urn:microsoft.com/office/officeart/2018/2/layout/IconCircleList"/>
    <dgm:cxn modelId="{90C43C58-1B98-40AB-A95B-EB40A1AA7F41}" type="presParOf" srcId="{97C37744-A453-421C-B884-527FB0460F22}" destId="{41F445D6-58AC-4445-AF3A-B5484D0D3652}" srcOrd="0" destOrd="0" presId="urn:microsoft.com/office/officeart/2018/2/layout/IconCircleList"/>
    <dgm:cxn modelId="{5C1CD200-28EC-44DB-9643-20B6CCE56909}" type="presParOf" srcId="{97C37744-A453-421C-B884-527FB0460F22}" destId="{6167C54F-D9BB-44D6-B1FF-4B2B25E5CC37}" srcOrd="1" destOrd="0" presId="urn:microsoft.com/office/officeart/2018/2/layout/IconCircleList"/>
    <dgm:cxn modelId="{B6B92440-5358-4C81-8FFF-FD6070129EDF}" type="presParOf" srcId="{97C37744-A453-421C-B884-527FB0460F22}" destId="{1E8A7F00-C852-4510-9ADE-4C51D75A77E2}" srcOrd="2" destOrd="0" presId="urn:microsoft.com/office/officeart/2018/2/layout/IconCircleList"/>
    <dgm:cxn modelId="{ABFD92BD-A697-4641-ABBC-AF71253C5DD1}" type="presParOf" srcId="{97C37744-A453-421C-B884-527FB0460F22}" destId="{17E082A9-C4B6-4C85-AC4E-2731A92D3CA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817EFF-AB68-4D5F-A28E-0C26DB4D5F1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6034ADB-0AD3-4616-A98A-7152D1BC195F}">
      <dgm:prSet custT="1"/>
      <dgm:spPr/>
      <dgm:t>
        <a:bodyPr/>
        <a:lstStyle/>
        <a:p>
          <a:pPr>
            <a:defRPr cap="all"/>
          </a:pPr>
          <a:r>
            <a:rPr lang="en-US" sz="2000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Turn off unused resources</a:t>
          </a:r>
          <a:endParaRPr lang="en-US" sz="2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BA50C4B-13AB-4BD1-B8EF-626C5537D761}" type="parTrans" cxnId="{933C9871-2A65-44A9-B8EF-046AFC726E89}">
      <dgm:prSet/>
      <dgm:spPr/>
      <dgm:t>
        <a:bodyPr/>
        <a:lstStyle/>
        <a:p>
          <a:endParaRPr lang="en-US"/>
        </a:p>
      </dgm:t>
    </dgm:pt>
    <dgm:pt modelId="{24809B67-2746-478D-A02E-F4B1E95C2C3D}" type="sibTrans" cxnId="{933C9871-2A65-44A9-B8EF-046AFC726E89}">
      <dgm:prSet/>
      <dgm:spPr/>
      <dgm:t>
        <a:bodyPr/>
        <a:lstStyle/>
        <a:p>
          <a:endParaRPr lang="en-US"/>
        </a:p>
      </dgm:t>
    </dgm:pt>
    <dgm:pt modelId="{47AE3888-564D-4932-A7A0-3E89A1368672}">
      <dgm:prSet custT="1"/>
      <dgm:spPr/>
      <dgm:t>
        <a:bodyPr/>
        <a:lstStyle/>
        <a:p>
          <a:pPr>
            <a:defRPr cap="all"/>
          </a:pPr>
          <a:r>
            <a:rPr lang="en-US" sz="2000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Monitor spending</a:t>
          </a:r>
          <a:endParaRPr lang="en-US" sz="2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B471BA4-26F4-4994-9A19-36DAECBDD612}" type="parTrans" cxnId="{A5E71665-5BC8-4CAB-8B15-9BDB19C65570}">
      <dgm:prSet/>
      <dgm:spPr/>
      <dgm:t>
        <a:bodyPr/>
        <a:lstStyle/>
        <a:p>
          <a:endParaRPr lang="en-US"/>
        </a:p>
      </dgm:t>
    </dgm:pt>
    <dgm:pt modelId="{8E229580-B7FD-4103-A1F6-4F27B8D9F0FE}" type="sibTrans" cxnId="{A5E71665-5BC8-4CAB-8B15-9BDB19C65570}">
      <dgm:prSet/>
      <dgm:spPr/>
      <dgm:t>
        <a:bodyPr/>
        <a:lstStyle/>
        <a:p>
          <a:endParaRPr lang="en-US"/>
        </a:p>
      </dgm:t>
    </dgm:pt>
    <dgm:pt modelId="{6FF51147-3660-40F1-BED3-5DA2284CC40F}">
      <dgm:prSet custT="1"/>
      <dgm:spPr/>
      <dgm:t>
        <a:bodyPr/>
        <a:lstStyle/>
        <a:p>
          <a:pPr>
            <a:defRPr cap="all"/>
          </a:pPr>
          <a:r>
            <a:rPr lang="en-US" sz="2000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AWS bills can surprise like electricity bills</a:t>
          </a:r>
          <a:endParaRPr lang="en-US" sz="2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FCE93DD-624A-41D1-ACFB-7F0FFD61CB62}" type="parTrans" cxnId="{A857C131-FD9F-4723-8EF5-6DE817E729BF}">
      <dgm:prSet/>
      <dgm:spPr/>
      <dgm:t>
        <a:bodyPr/>
        <a:lstStyle/>
        <a:p>
          <a:endParaRPr lang="en-US"/>
        </a:p>
      </dgm:t>
    </dgm:pt>
    <dgm:pt modelId="{F32B461C-08A2-4D42-A07E-921106CD81E5}" type="sibTrans" cxnId="{A857C131-FD9F-4723-8EF5-6DE817E729BF}">
      <dgm:prSet/>
      <dgm:spPr/>
      <dgm:t>
        <a:bodyPr/>
        <a:lstStyle/>
        <a:p>
          <a:endParaRPr lang="en-US"/>
        </a:p>
      </dgm:t>
    </dgm:pt>
    <dgm:pt modelId="{C7E80C0E-E70F-49C0-B1A7-AD077C6AF820}" type="pres">
      <dgm:prSet presAssocID="{DD817EFF-AB68-4D5F-A28E-0C26DB4D5F19}" presName="root" presStyleCnt="0">
        <dgm:presLayoutVars>
          <dgm:dir/>
          <dgm:resizeHandles val="exact"/>
        </dgm:presLayoutVars>
      </dgm:prSet>
      <dgm:spPr/>
    </dgm:pt>
    <dgm:pt modelId="{8A3A8340-91A2-4AE2-A88F-FD973BCBF34A}" type="pres">
      <dgm:prSet presAssocID="{A6034ADB-0AD3-4616-A98A-7152D1BC195F}" presName="compNode" presStyleCnt="0"/>
      <dgm:spPr/>
    </dgm:pt>
    <dgm:pt modelId="{37AF394C-0609-449D-99FC-CD8AC04584D1}" type="pres">
      <dgm:prSet presAssocID="{A6034ADB-0AD3-4616-A98A-7152D1BC195F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C92B881-81ED-4018-ABCA-F1136EA1160A}" type="pres">
      <dgm:prSet presAssocID="{A6034ADB-0AD3-4616-A98A-7152D1BC195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EE7B55CB-5846-402E-9256-54291A9F1FB1}" type="pres">
      <dgm:prSet presAssocID="{A6034ADB-0AD3-4616-A98A-7152D1BC195F}" presName="spaceRect" presStyleCnt="0"/>
      <dgm:spPr/>
    </dgm:pt>
    <dgm:pt modelId="{7BA6D732-8CF5-4DF8-9C42-40977EFF69F9}" type="pres">
      <dgm:prSet presAssocID="{A6034ADB-0AD3-4616-A98A-7152D1BC195F}" presName="textRect" presStyleLbl="revTx" presStyleIdx="0" presStyleCnt="3">
        <dgm:presLayoutVars>
          <dgm:chMax val="1"/>
          <dgm:chPref val="1"/>
        </dgm:presLayoutVars>
      </dgm:prSet>
      <dgm:spPr/>
    </dgm:pt>
    <dgm:pt modelId="{23FC25B1-D25B-4F50-8CBA-1B461DF85AD4}" type="pres">
      <dgm:prSet presAssocID="{24809B67-2746-478D-A02E-F4B1E95C2C3D}" presName="sibTrans" presStyleCnt="0"/>
      <dgm:spPr/>
    </dgm:pt>
    <dgm:pt modelId="{53E5C0B6-158F-48C0-8B70-A703F195A6BB}" type="pres">
      <dgm:prSet presAssocID="{47AE3888-564D-4932-A7A0-3E89A1368672}" presName="compNode" presStyleCnt="0"/>
      <dgm:spPr/>
    </dgm:pt>
    <dgm:pt modelId="{295FD815-F4D3-4CAB-95DF-6CF27C2A3482}" type="pres">
      <dgm:prSet presAssocID="{47AE3888-564D-4932-A7A0-3E89A1368672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1E19DDB-BD0D-440D-8A60-F8439019EFB7}" type="pres">
      <dgm:prSet presAssocID="{47AE3888-564D-4932-A7A0-3E89A136867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DE1D1D85-8837-47DD-8B10-47842669EA41}" type="pres">
      <dgm:prSet presAssocID="{47AE3888-564D-4932-A7A0-3E89A1368672}" presName="spaceRect" presStyleCnt="0"/>
      <dgm:spPr/>
    </dgm:pt>
    <dgm:pt modelId="{1AE01178-1162-40F5-BCD5-C9B42B38628E}" type="pres">
      <dgm:prSet presAssocID="{47AE3888-564D-4932-A7A0-3E89A1368672}" presName="textRect" presStyleLbl="revTx" presStyleIdx="1" presStyleCnt="3">
        <dgm:presLayoutVars>
          <dgm:chMax val="1"/>
          <dgm:chPref val="1"/>
        </dgm:presLayoutVars>
      </dgm:prSet>
      <dgm:spPr/>
    </dgm:pt>
    <dgm:pt modelId="{19D82C24-BDFA-4460-9FF7-98CB348EDF0A}" type="pres">
      <dgm:prSet presAssocID="{8E229580-B7FD-4103-A1F6-4F27B8D9F0FE}" presName="sibTrans" presStyleCnt="0"/>
      <dgm:spPr/>
    </dgm:pt>
    <dgm:pt modelId="{F9CEA56E-C413-4D30-AFA0-EB186BA7B4CB}" type="pres">
      <dgm:prSet presAssocID="{6FF51147-3660-40F1-BED3-5DA2284CC40F}" presName="compNode" presStyleCnt="0"/>
      <dgm:spPr/>
    </dgm:pt>
    <dgm:pt modelId="{9194AB33-BA70-4C90-9CEF-9BFAF82123E3}" type="pres">
      <dgm:prSet presAssocID="{6FF51147-3660-40F1-BED3-5DA2284CC40F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C372545-A236-4482-BA42-C713736BBFEE}" type="pres">
      <dgm:prSet presAssocID="{6FF51147-3660-40F1-BED3-5DA2284CC40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A9244EE2-4166-4CB6-8826-3F64F2E135AC}" type="pres">
      <dgm:prSet presAssocID="{6FF51147-3660-40F1-BED3-5DA2284CC40F}" presName="spaceRect" presStyleCnt="0"/>
      <dgm:spPr/>
    </dgm:pt>
    <dgm:pt modelId="{77D8060A-2356-42A6-95CB-875281E7DC75}" type="pres">
      <dgm:prSet presAssocID="{6FF51147-3660-40F1-BED3-5DA2284CC40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5EAC824-FC6D-4D26-8C7D-2CE21F945D80}" type="presOf" srcId="{DD817EFF-AB68-4D5F-A28E-0C26DB4D5F19}" destId="{C7E80C0E-E70F-49C0-B1A7-AD077C6AF820}" srcOrd="0" destOrd="0" presId="urn:microsoft.com/office/officeart/2018/5/layout/IconLeafLabelList"/>
    <dgm:cxn modelId="{A857C131-FD9F-4723-8EF5-6DE817E729BF}" srcId="{DD817EFF-AB68-4D5F-A28E-0C26DB4D5F19}" destId="{6FF51147-3660-40F1-BED3-5DA2284CC40F}" srcOrd="2" destOrd="0" parTransId="{5FCE93DD-624A-41D1-ACFB-7F0FFD61CB62}" sibTransId="{F32B461C-08A2-4D42-A07E-921106CD81E5}"/>
    <dgm:cxn modelId="{D91E2363-D77C-4528-B9B5-4125855A77E8}" type="presOf" srcId="{47AE3888-564D-4932-A7A0-3E89A1368672}" destId="{1AE01178-1162-40F5-BCD5-C9B42B38628E}" srcOrd="0" destOrd="0" presId="urn:microsoft.com/office/officeart/2018/5/layout/IconLeafLabelList"/>
    <dgm:cxn modelId="{A5E71665-5BC8-4CAB-8B15-9BDB19C65570}" srcId="{DD817EFF-AB68-4D5F-A28E-0C26DB4D5F19}" destId="{47AE3888-564D-4932-A7A0-3E89A1368672}" srcOrd="1" destOrd="0" parTransId="{5B471BA4-26F4-4994-9A19-36DAECBDD612}" sibTransId="{8E229580-B7FD-4103-A1F6-4F27B8D9F0FE}"/>
    <dgm:cxn modelId="{933C9871-2A65-44A9-B8EF-046AFC726E89}" srcId="{DD817EFF-AB68-4D5F-A28E-0C26DB4D5F19}" destId="{A6034ADB-0AD3-4616-A98A-7152D1BC195F}" srcOrd="0" destOrd="0" parTransId="{6BA50C4B-13AB-4BD1-B8EF-626C5537D761}" sibTransId="{24809B67-2746-478D-A02E-F4B1E95C2C3D}"/>
    <dgm:cxn modelId="{F52EED8C-77B3-481B-8775-DB4EDD7C1F33}" type="presOf" srcId="{6FF51147-3660-40F1-BED3-5DA2284CC40F}" destId="{77D8060A-2356-42A6-95CB-875281E7DC75}" srcOrd="0" destOrd="0" presId="urn:microsoft.com/office/officeart/2018/5/layout/IconLeafLabelList"/>
    <dgm:cxn modelId="{0E0C2D93-6948-4DA0-8AC1-FA6C979B9572}" type="presOf" srcId="{A6034ADB-0AD3-4616-A98A-7152D1BC195F}" destId="{7BA6D732-8CF5-4DF8-9C42-40977EFF69F9}" srcOrd="0" destOrd="0" presId="urn:microsoft.com/office/officeart/2018/5/layout/IconLeafLabelList"/>
    <dgm:cxn modelId="{3EEFC083-DAD3-4E24-A3A4-EB848F9EC06E}" type="presParOf" srcId="{C7E80C0E-E70F-49C0-B1A7-AD077C6AF820}" destId="{8A3A8340-91A2-4AE2-A88F-FD973BCBF34A}" srcOrd="0" destOrd="0" presId="urn:microsoft.com/office/officeart/2018/5/layout/IconLeafLabelList"/>
    <dgm:cxn modelId="{32085028-C7EA-45E1-907E-B22971680385}" type="presParOf" srcId="{8A3A8340-91A2-4AE2-A88F-FD973BCBF34A}" destId="{37AF394C-0609-449D-99FC-CD8AC04584D1}" srcOrd="0" destOrd="0" presId="urn:microsoft.com/office/officeart/2018/5/layout/IconLeafLabelList"/>
    <dgm:cxn modelId="{26D551FA-188D-462B-BBB1-E2D0837FD78E}" type="presParOf" srcId="{8A3A8340-91A2-4AE2-A88F-FD973BCBF34A}" destId="{4C92B881-81ED-4018-ABCA-F1136EA1160A}" srcOrd="1" destOrd="0" presId="urn:microsoft.com/office/officeart/2018/5/layout/IconLeafLabelList"/>
    <dgm:cxn modelId="{73717512-CB11-411E-A109-2FF5B4BEBBD0}" type="presParOf" srcId="{8A3A8340-91A2-4AE2-A88F-FD973BCBF34A}" destId="{EE7B55CB-5846-402E-9256-54291A9F1FB1}" srcOrd="2" destOrd="0" presId="urn:microsoft.com/office/officeart/2018/5/layout/IconLeafLabelList"/>
    <dgm:cxn modelId="{430ED13D-7DDE-4E8F-A709-A32C3F50973F}" type="presParOf" srcId="{8A3A8340-91A2-4AE2-A88F-FD973BCBF34A}" destId="{7BA6D732-8CF5-4DF8-9C42-40977EFF69F9}" srcOrd="3" destOrd="0" presId="urn:microsoft.com/office/officeart/2018/5/layout/IconLeafLabelList"/>
    <dgm:cxn modelId="{F7F6680D-BF6F-4436-A74B-D8798E07ADBE}" type="presParOf" srcId="{C7E80C0E-E70F-49C0-B1A7-AD077C6AF820}" destId="{23FC25B1-D25B-4F50-8CBA-1B461DF85AD4}" srcOrd="1" destOrd="0" presId="urn:microsoft.com/office/officeart/2018/5/layout/IconLeafLabelList"/>
    <dgm:cxn modelId="{ECD9BF36-A1D5-4F17-9A47-5346BB131383}" type="presParOf" srcId="{C7E80C0E-E70F-49C0-B1A7-AD077C6AF820}" destId="{53E5C0B6-158F-48C0-8B70-A703F195A6BB}" srcOrd="2" destOrd="0" presId="urn:microsoft.com/office/officeart/2018/5/layout/IconLeafLabelList"/>
    <dgm:cxn modelId="{570482D8-AC08-46C8-BEBE-F7BD6F605F8F}" type="presParOf" srcId="{53E5C0B6-158F-48C0-8B70-A703F195A6BB}" destId="{295FD815-F4D3-4CAB-95DF-6CF27C2A3482}" srcOrd="0" destOrd="0" presId="urn:microsoft.com/office/officeart/2018/5/layout/IconLeafLabelList"/>
    <dgm:cxn modelId="{744C10A5-6BEF-4937-BA9E-E6649491201E}" type="presParOf" srcId="{53E5C0B6-158F-48C0-8B70-A703F195A6BB}" destId="{51E19DDB-BD0D-440D-8A60-F8439019EFB7}" srcOrd="1" destOrd="0" presId="urn:microsoft.com/office/officeart/2018/5/layout/IconLeafLabelList"/>
    <dgm:cxn modelId="{85CE29A6-A02A-41F8-BA69-684F781027E8}" type="presParOf" srcId="{53E5C0B6-158F-48C0-8B70-A703F195A6BB}" destId="{DE1D1D85-8837-47DD-8B10-47842669EA41}" srcOrd="2" destOrd="0" presId="urn:microsoft.com/office/officeart/2018/5/layout/IconLeafLabelList"/>
    <dgm:cxn modelId="{E61CD335-E3A7-43AB-A91B-8FEF4C12DE2E}" type="presParOf" srcId="{53E5C0B6-158F-48C0-8B70-A703F195A6BB}" destId="{1AE01178-1162-40F5-BCD5-C9B42B38628E}" srcOrd="3" destOrd="0" presId="urn:microsoft.com/office/officeart/2018/5/layout/IconLeafLabelList"/>
    <dgm:cxn modelId="{CD5133E7-B982-41E8-BBF3-8BBF47430A02}" type="presParOf" srcId="{C7E80C0E-E70F-49C0-B1A7-AD077C6AF820}" destId="{19D82C24-BDFA-4460-9FF7-98CB348EDF0A}" srcOrd="3" destOrd="0" presId="urn:microsoft.com/office/officeart/2018/5/layout/IconLeafLabelList"/>
    <dgm:cxn modelId="{0C123842-D743-4B05-A3A1-8A6AA441A50F}" type="presParOf" srcId="{C7E80C0E-E70F-49C0-B1A7-AD077C6AF820}" destId="{F9CEA56E-C413-4D30-AFA0-EB186BA7B4CB}" srcOrd="4" destOrd="0" presId="urn:microsoft.com/office/officeart/2018/5/layout/IconLeafLabelList"/>
    <dgm:cxn modelId="{EDAE5998-E65E-45A8-9A5F-A65EB1A8B471}" type="presParOf" srcId="{F9CEA56E-C413-4D30-AFA0-EB186BA7B4CB}" destId="{9194AB33-BA70-4C90-9CEF-9BFAF82123E3}" srcOrd="0" destOrd="0" presId="urn:microsoft.com/office/officeart/2018/5/layout/IconLeafLabelList"/>
    <dgm:cxn modelId="{1508237F-C6EB-46F6-BE11-B9F9DC360E28}" type="presParOf" srcId="{F9CEA56E-C413-4D30-AFA0-EB186BA7B4CB}" destId="{BC372545-A236-4482-BA42-C713736BBFEE}" srcOrd="1" destOrd="0" presId="urn:microsoft.com/office/officeart/2018/5/layout/IconLeafLabelList"/>
    <dgm:cxn modelId="{5430AAE0-301F-4E7A-866B-3907FA918B02}" type="presParOf" srcId="{F9CEA56E-C413-4D30-AFA0-EB186BA7B4CB}" destId="{A9244EE2-4166-4CB6-8826-3F64F2E135AC}" srcOrd="2" destOrd="0" presId="urn:microsoft.com/office/officeart/2018/5/layout/IconLeafLabelList"/>
    <dgm:cxn modelId="{ABDADA0E-E60E-4716-A4B2-92EF6B6DD4A5}" type="presParOf" srcId="{F9CEA56E-C413-4D30-AFA0-EB186BA7B4CB}" destId="{77D8060A-2356-42A6-95CB-875281E7DC7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3E83CE-40F3-4532-9984-58650D4852B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2809D5-20A9-497E-BC14-4F7512D77C2D}">
      <dgm:prSet/>
      <dgm:spPr/>
      <dgm:t>
        <a:bodyPr/>
        <a:lstStyle/>
        <a:p>
          <a:r>
            <a:rPr lang="en-US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Google Drive uploads</a:t>
          </a:r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5DE7655-D227-4A17-9529-C8A82C2ED765}" type="parTrans" cxnId="{450CF3C4-01BC-4B8B-ACA1-167A50364404}">
      <dgm:prSet/>
      <dgm:spPr/>
      <dgm:t>
        <a:bodyPr/>
        <a:lstStyle/>
        <a:p>
          <a:endParaRPr lang="en-US"/>
        </a:p>
      </dgm:t>
    </dgm:pt>
    <dgm:pt modelId="{B866C593-0564-40B8-A606-CF2F7E47C412}" type="sibTrans" cxnId="{450CF3C4-01BC-4B8B-ACA1-167A50364404}">
      <dgm:prSet/>
      <dgm:spPr/>
      <dgm:t>
        <a:bodyPr/>
        <a:lstStyle/>
        <a:p>
          <a:endParaRPr lang="en-US"/>
        </a:p>
      </dgm:t>
    </dgm:pt>
    <dgm:pt modelId="{5FC6406C-E28C-4B74-8160-020626E48337}">
      <dgm:prSet/>
      <dgm:spPr/>
      <dgm:t>
        <a:bodyPr/>
        <a:lstStyle/>
        <a:p>
          <a:r>
            <a:rPr lang="en-US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Netflix streaming</a:t>
          </a:r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3638335-961B-43AA-80FD-C71236060432}" type="parTrans" cxnId="{3BB47E8B-9FBA-4C7E-88A2-60C2CD2E2BE3}">
      <dgm:prSet/>
      <dgm:spPr/>
      <dgm:t>
        <a:bodyPr/>
        <a:lstStyle/>
        <a:p>
          <a:endParaRPr lang="en-US"/>
        </a:p>
      </dgm:t>
    </dgm:pt>
    <dgm:pt modelId="{105AE292-A634-49A1-A490-766BB89A339D}" type="sibTrans" cxnId="{3BB47E8B-9FBA-4C7E-88A2-60C2CD2E2BE3}">
      <dgm:prSet/>
      <dgm:spPr/>
      <dgm:t>
        <a:bodyPr/>
        <a:lstStyle/>
        <a:p>
          <a:endParaRPr lang="en-US"/>
        </a:p>
      </dgm:t>
    </dgm:pt>
    <dgm:pt modelId="{282F6D05-B4A4-4B55-B119-18D6FB2DD1A2}">
      <dgm:prSet/>
      <dgm:spPr/>
      <dgm:t>
        <a:bodyPr/>
        <a:lstStyle/>
        <a:p>
          <a:r>
            <a:rPr lang="en-US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Office shared drives</a:t>
          </a:r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4E30AB8-5CD1-4A9C-9846-7AFA42EEC8AB}" type="parTrans" cxnId="{E032EE1C-4554-4B08-9998-5C48920A2C19}">
      <dgm:prSet/>
      <dgm:spPr/>
      <dgm:t>
        <a:bodyPr/>
        <a:lstStyle/>
        <a:p>
          <a:endParaRPr lang="en-US"/>
        </a:p>
      </dgm:t>
    </dgm:pt>
    <dgm:pt modelId="{639E1C4E-8CF8-4AE3-984B-4C83687D86E6}" type="sibTrans" cxnId="{E032EE1C-4554-4B08-9998-5C48920A2C19}">
      <dgm:prSet/>
      <dgm:spPr/>
      <dgm:t>
        <a:bodyPr/>
        <a:lstStyle/>
        <a:p>
          <a:endParaRPr lang="en-US"/>
        </a:p>
      </dgm:t>
    </dgm:pt>
    <dgm:pt modelId="{24775780-647F-425A-9C8E-8F9202CED5F6}" type="pres">
      <dgm:prSet presAssocID="{C33E83CE-40F3-4532-9984-58650D4852B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46EEB7B-B74A-4165-8866-A0C8A73F7201}" type="pres">
      <dgm:prSet presAssocID="{932809D5-20A9-497E-BC14-4F7512D77C2D}" presName="hierRoot1" presStyleCnt="0"/>
      <dgm:spPr/>
    </dgm:pt>
    <dgm:pt modelId="{CEBE60E3-3AB2-4E7E-A33E-262C6655E36B}" type="pres">
      <dgm:prSet presAssocID="{932809D5-20A9-497E-BC14-4F7512D77C2D}" presName="composite" presStyleCnt="0"/>
      <dgm:spPr/>
    </dgm:pt>
    <dgm:pt modelId="{E2B785FD-F37E-4706-9356-9235D7B25632}" type="pres">
      <dgm:prSet presAssocID="{932809D5-20A9-497E-BC14-4F7512D77C2D}" presName="background" presStyleLbl="node0" presStyleIdx="0" presStyleCnt="3"/>
      <dgm:spPr/>
    </dgm:pt>
    <dgm:pt modelId="{476DAE02-AE41-411F-A3C1-E4E8F1B205B3}" type="pres">
      <dgm:prSet presAssocID="{932809D5-20A9-497E-BC14-4F7512D77C2D}" presName="text" presStyleLbl="fgAcc0" presStyleIdx="0" presStyleCnt="3">
        <dgm:presLayoutVars>
          <dgm:chPref val="3"/>
        </dgm:presLayoutVars>
      </dgm:prSet>
      <dgm:spPr/>
    </dgm:pt>
    <dgm:pt modelId="{41FBD100-810C-4626-ACD3-EBC0813AA8FD}" type="pres">
      <dgm:prSet presAssocID="{932809D5-20A9-497E-BC14-4F7512D77C2D}" presName="hierChild2" presStyleCnt="0"/>
      <dgm:spPr/>
    </dgm:pt>
    <dgm:pt modelId="{9C19C12C-3239-4EC5-A16B-78A280BB6812}" type="pres">
      <dgm:prSet presAssocID="{5FC6406C-E28C-4B74-8160-020626E48337}" presName="hierRoot1" presStyleCnt="0"/>
      <dgm:spPr/>
    </dgm:pt>
    <dgm:pt modelId="{42925339-5CFD-4544-B6CD-89A1D832F3E9}" type="pres">
      <dgm:prSet presAssocID="{5FC6406C-E28C-4B74-8160-020626E48337}" presName="composite" presStyleCnt="0"/>
      <dgm:spPr/>
    </dgm:pt>
    <dgm:pt modelId="{7AF988B7-D4B5-4E63-B4F2-062DBA9DE8A6}" type="pres">
      <dgm:prSet presAssocID="{5FC6406C-E28C-4B74-8160-020626E48337}" presName="background" presStyleLbl="node0" presStyleIdx="1" presStyleCnt="3"/>
      <dgm:spPr/>
    </dgm:pt>
    <dgm:pt modelId="{B2E0583E-6F96-4747-8E3A-920422AC5C34}" type="pres">
      <dgm:prSet presAssocID="{5FC6406C-E28C-4B74-8160-020626E48337}" presName="text" presStyleLbl="fgAcc0" presStyleIdx="1" presStyleCnt="3">
        <dgm:presLayoutVars>
          <dgm:chPref val="3"/>
        </dgm:presLayoutVars>
      </dgm:prSet>
      <dgm:spPr/>
    </dgm:pt>
    <dgm:pt modelId="{21F55D49-C0D7-4CF1-9311-9497E0688098}" type="pres">
      <dgm:prSet presAssocID="{5FC6406C-E28C-4B74-8160-020626E48337}" presName="hierChild2" presStyleCnt="0"/>
      <dgm:spPr/>
    </dgm:pt>
    <dgm:pt modelId="{0CFDB047-B6E9-4E21-ACBE-FDC699D7585E}" type="pres">
      <dgm:prSet presAssocID="{282F6D05-B4A4-4B55-B119-18D6FB2DD1A2}" presName="hierRoot1" presStyleCnt="0"/>
      <dgm:spPr/>
    </dgm:pt>
    <dgm:pt modelId="{059A9271-C92C-4276-ADDF-758F4DD2FB08}" type="pres">
      <dgm:prSet presAssocID="{282F6D05-B4A4-4B55-B119-18D6FB2DD1A2}" presName="composite" presStyleCnt="0"/>
      <dgm:spPr/>
    </dgm:pt>
    <dgm:pt modelId="{FCC8F81A-7BA2-4AE2-97A2-B23492E65EF8}" type="pres">
      <dgm:prSet presAssocID="{282F6D05-B4A4-4B55-B119-18D6FB2DD1A2}" presName="background" presStyleLbl="node0" presStyleIdx="2" presStyleCnt="3"/>
      <dgm:spPr/>
    </dgm:pt>
    <dgm:pt modelId="{FED70237-B865-4D89-B7AF-F39FF59CD139}" type="pres">
      <dgm:prSet presAssocID="{282F6D05-B4A4-4B55-B119-18D6FB2DD1A2}" presName="text" presStyleLbl="fgAcc0" presStyleIdx="2" presStyleCnt="3">
        <dgm:presLayoutVars>
          <dgm:chPref val="3"/>
        </dgm:presLayoutVars>
      </dgm:prSet>
      <dgm:spPr/>
    </dgm:pt>
    <dgm:pt modelId="{61515703-1F76-47B9-B3F5-1F4EC6864701}" type="pres">
      <dgm:prSet presAssocID="{282F6D05-B4A4-4B55-B119-18D6FB2DD1A2}" presName="hierChild2" presStyleCnt="0"/>
      <dgm:spPr/>
    </dgm:pt>
  </dgm:ptLst>
  <dgm:cxnLst>
    <dgm:cxn modelId="{E032EE1C-4554-4B08-9998-5C48920A2C19}" srcId="{C33E83CE-40F3-4532-9984-58650D4852B4}" destId="{282F6D05-B4A4-4B55-B119-18D6FB2DD1A2}" srcOrd="2" destOrd="0" parTransId="{D4E30AB8-5CD1-4A9C-9846-7AFA42EEC8AB}" sibTransId="{639E1C4E-8CF8-4AE3-984B-4C83687D86E6}"/>
    <dgm:cxn modelId="{1AFBB51F-9258-4646-BB71-80D5C4ECECF4}" type="presOf" srcId="{C33E83CE-40F3-4532-9984-58650D4852B4}" destId="{24775780-647F-425A-9C8E-8F9202CED5F6}" srcOrd="0" destOrd="0" presId="urn:microsoft.com/office/officeart/2005/8/layout/hierarchy1"/>
    <dgm:cxn modelId="{3BB47E8B-9FBA-4C7E-88A2-60C2CD2E2BE3}" srcId="{C33E83CE-40F3-4532-9984-58650D4852B4}" destId="{5FC6406C-E28C-4B74-8160-020626E48337}" srcOrd="1" destOrd="0" parTransId="{E3638335-961B-43AA-80FD-C71236060432}" sibTransId="{105AE292-A634-49A1-A490-766BB89A339D}"/>
    <dgm:cxn modelId="{8AD9259A-FF36-45C0-B84E-D94ED1D24E04}" type="presOf" srcId="{282F6D05-B4A4-4B55-B119-18D6FB2DD1A2}" destId="{FED70237-B865-4D89-B7AF-F39FF59CD139}" srcOrd="0" destOrd="0" presId="urn:microsoft.com/office/officeart/2005/8/layout/hierarchy1"/>
    <dgm:cxn modelId="{C050CB9C-3839-4271-825F-71518A0D9D2C}" type="presOf" srcId="{932809D5-20A9-497E-BC14-4F7512D77C2D}" destId="{476DAE02-AE41-411F-A3C1-E4E8F1B205B3}" srcOrd="0" destOrd="0" presId="urn:microsoft.com/office/officeart/2005/8/layout/hierarchy1"/>
    <dgm:cxn modelId="{3E09E4B1-2CCE-48BC-9047-C840B7673A80}" type="presOf" srcId="{5FC6406C-E28C-4B74-8160-020626E48337}" destId="{B2E0583E-6F96-4747-8E3A-920422AC5C34}" srcOrd="0" destOrd="0" presId="urn:microsoft.com/office/officeart/2005/8/layout/hierarchy1"/>
    <dgm:cxn modelId="{450CF3C4-01BC-4B8B-ACA1-167A50364404}" srcId="{C33E83CE-40F3-4532-9984-58650D4852B4}" destId="{932809D5-20A9-497E-BC14-4F7512D77C2D}" srcOrd="0" destOrd="0" parTransId="{75DE7655-D227-4A17-9529-C8A82C2ED765}" sibTransId="{B866C593-0564-40B8-A606-CF2F7E47C412}"/>
    <dgm:cxn modelId="{2F04BA9A-2061-4B68-82F4-D1A83A9E13E2}" type="presParOf" srcId="{24775780-647F-425A-9C8E-8F9202CED5F6}" destId="{346EEB7B-B74A-4165-8866-A0C8A73F7201}" srcOrd="0" destOrd="0" presId="urn:microsoft.com/office/officeart/2005/8/layout/hierarchy1"/>
    <dgm:cxn modelId="{354F099B-0AAB-495D-AE45-9AAFDA7B0ECC}" type="presParOf" srcId="{346EEB7B-B74A-4165-8866-A0C8A73F7201}" destId="{CEBE60E3-3AB2-4E7E-A33E-262C6655E36B}" srcOrd="0" destOrd="0" presId="urn:microsoft.com/office/officeart/2005/8/layout/hierarchy1"/>
    <dgm:cxn modelId="{E45C25D4-89A1-49DC-B731-4014E1E96986}" type="presParOf" srcId="{CEBE60E3-3AB2-4E7E-A33E-262C6655E36B}" destId="{E2B785FD-F37E-4706-9356-9235D7B25632}" srcOrd="0" destOrd="0" presId="urn:microsoft.com/office/officeart/2005/8/layout/hierarchy1"/>
    <dgm:cxn modelId="{738F3FB4-BBDC-4FEA-9105-35AD735D9476}" type="presParOf" srcId="{CEBE60E3-3AB2-4E7E-A33E-262C6655E36B}" destId="{476DAE02-AE41-411F-A3C1-E4E8F1B205B3}" srcOrd="1" destOrd="0" presId="urn:microsoft.com/office/officeart/2005/8/layout/hierarchy1"/>
    <dgm:cxn modelId="{D6CBE9C4-374C-4599-B47A-A47777C299FD}" type="presParOf" srcId="{346EEB7B-B74A-4165-8866-A0C8A73F7201}" destId="{41FBD100-810C-4626-ACD3-EBC0813AA8FD}" srcOrd="1" destOrd="0" presId="urn:microsoft.com/office/officeart/2005/8/layout/hierarchy1"/>
    <dgm:cxn modelId="{F1D6817E-002D-4B25-A2BE-F91020B14FAF}" type="presParOf" srcId="{24775780-647F-425A-9C8E-8F9202CED5F6}" destId="{9C19C12C-3239-4EC5-A16B-78A280BB6812}" srcOrd="1" destOrd="0" presId="urn:microsoft.com/office/officeart/2005/8/layout/hierarchy1"/>
    <dgm:cxn modelId="{1F6AE710-3870-428C-A3C6-7D312998B1EB}" type="presParOf" srcId="{9C19C12C-3239-4EC5-A16B-78A280BB6812}" destId="{42925339-5CFD-4544-B6CD-89A1D832F3E9}" srcOrd="0" destOrd="0" presId="urn:microsoft.com/office/officeart/2005/8/layout/hierarchy1"/>
    <dgm:cxn modelId="{47CB4BF5-D9D5-4B48-B05C-656965F66CF0}" type="presParOf" srcId="{42925339-5CFD-4544-B6CD-89A1D832F3E9}" destId="{7AF988B7-D4B5-4E63-B4F2-062DBA9DE8A6}" srcOrd="0" destOrd="0" presId="urn:microsoft.com/office/officeart/2005/8/layout/hierarchy1"/>
    <dgm:cxn modelId="{BACB4647-1EF9-4CE5-9F44-17D1291E2125}" type="presParOf" srcId="{42925339-5CFD-4544-B6CD-89A1D832F3E9}" destId="{B2E0583E-6F96-4747-8E3A-920422AC5C34}" srcOrd="1" destOrd="0" presId="urn:microsoft.com/office/officeart/2005/8/layout/hierarchy1"/>
    <dgm:cxn modelId="{07A49FA3-B6C2-490E-B66C-1F7EA1E01769}" type="presParOf" srcId="{9C19C12C-3239-4EC5-A16B-78A280BB6812}" destId="{21F55D49-C0D7-4CF1-9311-9497E0688098}" srcOrd="1" destOrd="0" presId="urn:microsoft.com/office/officeart/2005/8/layout/hierarchy1"/>
    <dgm:cxn modelId="{E2AFAD0A-EEE0-425F-A583-152B88337703}" type="presParOf" srcId="{24775780-647F-425A-9C8E-8F9202CED5F6}" destId="{0CFDB047-B6E9-4E21-ACBE-FDC699D7585E}" srcOrd="2" destOrd="0" presId="urn:microsoft.com/office/officeart/2005/8/layout/hierarchy1"/>
    <dgm:cxn modelId="{4A5D5A36-3513-4A43-A709-25E54ECD51CC}" type="presParOf" srcId="{0CFDB047-B6E9-4E21-ACBE-FDC699D7585E}" destId="{059A9271-C92C-4276-ADDF-758F4DD2FB08}" srcOrd="0" destOrd="0" presId="urn:microsoft.com/office/officeart/2005/8/layout/hierarchy1"/>
    <dgm:cxn modelId="{DC0BF3A5-661F-4F7F-A0AA-F0918B2901EE}" type="presParOf" srcId="{059A9271-C92C-4276-ADDF-758F4DD2FB08}" destId="{FCC8F81A-7BA2-4AE2-97A2-B23492E65EF8}" srcOrd="0" destOrd="0" presId="urn:microsoft.com/office/officeart/2005/8/layout/hierarchy1"/>
    <dgm:cxn modelId="{D03945A1-103F-4CD7-A1BC-FFABCFC6C3BA}" type="presParOf" srcId="{059A9271-C92C-4276-ADDF-758F4DD2FB08}" destId="{FED70237-B865-4D89-B7AF-F39FF59CD139}" srcOrd="1" destOrd="0" presId="urn:microsoft.com/office/officeart/2005/8/layout/hierarchy1"/>
    <dgm:cxn modelId="{1A768476-1123-4321-A667-AE92788BB148}" type="presParOf" srcId="{0CFDB047-B6E9-4E21-ACBE-FDC699D7585E}" destId="{61515703-1F76-47B9-B3F5-1F4EC686470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1E14D38-04B4-4618-B9DB-C179C673AE4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141F61C-0D97-4D96-904F-635A5068702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AI + Cloud = Future</a:t>
          </a:r>
          <a:endParaRPr lang="en-US" sz="24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ED5DFB6-43B8-42C4-8B61-828D39D079F4}" type="parTrans" cxnId="{0BCC6108-6528-4394-A542-D0720BD84F05}">
      <dgm:prSet/>
      <dgm:spPr/>
      <dgm:t>
        <a:bodyPr/>
        <a:lstStyle/>
        <a:p>
          <a:endParaRPr lang="en-US"/>
        </a:p>
      </dgm:t>
    </dgm:pt>
    <dgm:pt modelId="{E69F9AA1-3FF9-44FC-858C-45D5729D5215}" type="sibTrans" cxnId="{0BCC6108-6528-4394-A542-D0720BD84F05}">
      <dgm:prSet/>
      <dgm:spPr/>
      <dgm:t>
        <a:bodyPr/>
        <a:lstStyle/>
        <a:p>
          <a:endParaRPr lang="en-US"/>
        </a:p>
      </dgm:t>
    </dgm:pt>
    <dgm:pt modelId="{245C8497-5E18-4250-944C-FCABAF83EFF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Jobs evolving, not disappearing</a:t>
          </a:r>
          <a:endParaRPr lang="en-US" sz="24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8EF85D6-7C6B-4F30-9EE0-72EF35088619}" type="parTrans" cxnId="{BA6FED4B-F19B-4EBE-8698-2C1F6BA74B57}">
      <dgm:prSet/>
      <dgm:spPr/>
      <dgm:t>
        <a:bodyPr/>
        <a:lstStyle/>
        <a:p>
          <a:endParaRPr lang="en-US"/>
        </a:p>
      </dgm:t>
    </dgm:pt>
    <dgm:pt modelId="{538438A4-2E31-4470-A47E-C5BB1715A533}" type="sibTrans" cxnId="{BA6FED4B-F19B-4EBE-8698-2C1F6BA74B57}">
      <dgm:prSet/>
      <dgm:spPr/>
      <dgm:t>
        <a:bodyPr/>
        <a:lstStyle/>
        <a:p>
          <a:endParaRPr lang="en-US"/>
        </a:p>
      </dgm:t>
    </dgm:pt>
    <dgm:pt modelId="{FF3D4649-8772-4B53-9823-F88DEACDCA3C}" type="pres">
      <dgm:prSet presAssocID="{81E14D38-04B4-4618-B9DB-C179C673AE4A}" presName="root" presStyleCnt="0">
        <dgm:presLayoutVars>
          <dgm:dir/>
          <dgm:resizeHandles val="exact"/>
        </dgm:presLayoutVars>
      </dgm:prSet>
      <dgm:spPr/>
    </dgm:pt>
    <dgm:pt modelId="{7DB9AA42-4DFB-47EE-9387-0C105146CFDB}" type="pres">
      <dgm:prSet presAssocID="{4141F61C-0D97-4D96-904F-635A5068702A}" presName="compNode" presStyleCnt="0"/>
      <dgm:spPr/>
    </dgm:pt>
    <dgm:pt modelId="{4A77D4D3-38B1-49D8-96AE-279D0E9E3D48}" type="pres">
      <dgm:prSet presAssocID="{4141F61C-0D97-4D96-904F-635A5068702A}" presName="bgRect" presStyleLbl="bgShp" presStyleIdx="0" presStyleCnt="2"/>
      <dgm:spPr/>
    </dgm:pt>
    <dgm:pt modelId="{8328217E-B2D5-4676-A686-FCA59C3ACAF6}" type="pres">
      <dgm:prSet presAssocID="{4141F61C-0D97-4D96-904F-635A5068702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4EF996E6-0153-4BCE-8C2E-8DBC28B48E81}" type="pres">
      <dgm:prSet presAssocID="{4141F61C-0D97-4D96-904F-635A5068702A}" presName="spaceRect" presStyleCnt="0"/>
      <dgm:spPr/>
    </dgm:pt>
    <dgm:pt modelId="{911C1B6E-9831-4054-B2CE-E07478541678}" type="pres">
      <dgm:prSet presAssocID="{4141F61C-0D97-4D96-904F-635A5068702A}" presName="parTx" presStyleLbl="revTx" presStyleIdx="0" presStyleCnt="2">
        <dgm:presLayoutVars>
          <dgm:chMax val="0"/>
          <dgm:chPref val="0"/>
        </dgm:presLayoutVars>
      </dgm:prSet>
      <dgm:spPr/>
    </dgm:pt>
    <dgm:pt modelId="{AC6130F8-0892-43DE-B9D2-A1BF8A4F5579}" type="pres">
      <dgm:prSet presAssocID="{E69F9AA1-3FF9-44FC-858C-45D5729D5215}" presName="sibTrans" presStyleCnt="0"/>
      <dgm:spPr/>
    </dgm:pt>
    <dgm:pt modelId="{0A8BC3BE-7D1B-4D70-B583-7230CB743E8A}" type="pres">
      <dgm:prSet presAssocID="{245C8497-5E18-4250-944C-FCABAF83EFF7}" presName="compNode" presStyleCnt="0"/>
      <dgm:spPr/>
    </dgm:pt>
    <dgm:pt modelId="{C4B3B9C9-20C7-42F5-9A9D-060B23994BFB}" type="pres">
      <dgm:prSet presAssocID="{245C8497-5E18-4250-944C-FCABAF83EFF7}" presName="bgRect" presStyleLbl="bgShp" presStyleIdx="1" presStyleCnt="2"/>
      <dgm:spPr/>
    </dgm:pt>
    <dgm:pt modelId="{A44C8FD0-796F-4BC1-892E-4D67D8F62A44}" type="pres">
      <dgm:prSet presAssocID="{245C8497-5E18-4250-944C-FCABAF83EFF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efcase"/>
        </a:ext>
      </dgm:extLst>
    </dgm:pt>
    <dgm:pt modelId="{9D0F46F2-E5FE-4DE7-AF32-E27B52C5DB67}" type="pres">
      <dgm:prSet presAssocID="{245C8497-5E18-4250-944C-FCABAF83EFF7}" presName="spaceRect" presStyleCnt="0"/>
      <dgm:spPr/>
    </dgm:pt>
    <dgm:pt modelId="{3BBF2C1E-DB3C-4731-896A-5447D9E467A8}" type="pres">
      <dgm:prSet presAssocID="{245C8497-5E18-4250-944C-FCABAF83EFF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BCC6108-6528-4394-A542-D0720BD84F05}" srcId="{81E14D38-04B4-4618-B9DB-C179C673AE4A}" destId="{4141F61C-0D97-4D96-904F-635A5068702A}" srcOrd="0" destOrd="0" parTransId="{BED5DFB6-43B8-42C4-8B61-828D39D079F4}" sibTransId="{E69F9AA1-3FF9-44FC-858C-45D5729D5215}"/>
    <dgm:cxn modelId="{8AC4B165-995F-4790-B18B-205747DC453B}" type="presOf" srcId="{245C8497-5E18-4250-944C-FCABAF83EFF7}" destId="{3BBF2C1E-DB3C-4731-896A-5447D9E467A8}" srcOrd="0" destOrd="0" presId="urn:microsoft.com/office/officeart/2018/2/layout/IconVerticalSolidList"/>
    <dgm:cxn modelId="{BA6FED4B-F19B-4EBE-8698-2C1F6BA74B57}" srcId="{81E14D38-04B4-4618-B9DB-C179C673AE4A}" destId="{245C8497-5E18-4250-944C-FCABAF83EFF7}" srcOrd="1" destOrd="0" parTransId="{B8EF85D6-7C6B-4F30-9EE0-72EF35088619}" sibTransId="{538438A4-2E31-4470-A47E-C5BB1715A533}"/>
    <dgm:cxn modelId="{273C137A-B645-4F3E-8514-C8D9479BC5BB}" type="presOf" srcId="{81E14D38-04B4-4618-B9DB-C179C673AE4A}" destId="{FF3D4649-8772-4B53-9823-F88DEACDCA3C}" srcOrd="0" destOrd="0" presId="urn:microsoft.com/office/officeart/2018/2/layout/IconVerticalSolidList"/>
    <dgm:cxn modelId="{7234AAA7-48B9-4BE3-8759-F28C0DDC0843}" type="presOf" srcId="{4141F61C-0D97-4D96-904F-635A5068702A}" destId="{911C1B6E-9831-4054-B2CE-E07478541678}" srcOrd="0" destOrd="0" presId="urn:microsoft.com/office/officeart/2018/2/layout/IconVerticalSolidList"/>
    <dgm:cxn modelId="{9F6B1652-0B67-4120-93EF-C2483FB45365}" type="presParOf" srcId="{FF3D4649-8772-4B53-9823-F88DEACDCA3C}" destId="{7DB9AA42-4DFB-47EE-9387-0C105146CFDB}" srcOrd="0" destOrd="0" presId="urn:microsoft.com/office/officeart/2018/2/layout/IconVerticalSolidList"/>
    <dgm:cxn modelId="{2B2AF5B9-26AB-4E69-A288-6C2F52036230}" type="presParOf" srcId="{7DB9AA42-4DFB-47EE-9387-0C105146CFDB}" destId="{4A77D4D3-38B1-49D8-96AE-279D0E9E3D48}" srcOrd="0" destOrd="0" presId="urn:microsoft.com/office/officeart/2018/2/layout/IconVerticalSolidList"/>
    <dgm:cxn modelId="{75BFACA7-4EEE-4BC6-8315-C99F91E7025E}" type="presParOf" srcId="{7DB9AA42-4DFB-47EE-9387-0C105146CFDB}" destId="{8328217E-B2D5-4676-A686-FCA59C3ACAF6}" srcOrd="1" destOrd="0" presId="urn:microsoft.com/office/officeart/2018/2/layout/IconVerticalSolidList"/>
    <dgm:cxn modelId="{D3E4AD79-EEC4-438C-9484-A8949785416C}" type="presParOf" srcId="{7DB9AA42-4DFB-47EE-9387-0C105146CFDB}" destId="{4EF996E6-0153-4BCE-8C2E-8DBC28B48E81}" srcOrd="2" destOrd="0" presId="urn:microsoft.com/office/officeart/2018/2/layout/IconVerticalSolidList"/>
    <dgm:cxn modelId="{104A97ED-6055-4DC3-9A8D-62C26CE8455B}" type="presParOf" srcId="{7DB9AA42-4DFB-47EE-9387-0C105146CFDB}" destId="{911C1B6E-9831-4054-B2CE-E07478541678}" srcOrd="3" destOrd="0" presId="urn:microsoft.com/office/officeart/2018/2/layout/IconVerticalSolidList"/>
    <dgm:cxn modelId="{F8E78ADB-591B-41DD-961D-B779B028EC75}" type="presParOf" srcId="{FF3D4649-8772-4B53-9823-F88DEACDCA3C}" destId="{AC6130F8-0892-43DE-B9D2-A1BF8A4F5579}" srcOrd="1" destOrd="0" presId="urn:microsoft.com/office/officeart/2018/2/layout/IconVerticalSolidList"/>
    <dgm:cxn modelId="{B2EDE7F4-1BEC-4580-BBFB-3082B1242542}" type="presParOf" srcId="{FF3D4649-8772-4B53-9823-F88DEACDCA3C}" destId="{0A8BC3BE-7D1B-4D70-B583-7230CB743E8A}" srcOrd="2" destOrd="0" presId="urn:microsoft.com/office/officeart/2018/2/layout/IconVerticalSolidList"/>
    <dgm:cxn modelId="{AAF03A0C-74C3-4E71-A27E-08E103F82DB6}" type="presParOf" srcId="{0A8BC3BE-7D1B-4D70-B583-7230CB743E8A}" destId="{C4B3B9C9-20C7-42F5-9A9D-060B23994BFB}" srcOrd="0" destOrd="0" presId="urn:microsoft.com/office/officeart/2018/2/layout/IconVerticalSolidList"/>
    <dgm:cxn modelId="{3AFD964B-D786-4268-95D2-8E2BA6E561AE}" type="presParOf" srcId="{0A8BC3BE-7D1B-4D70-B583-7230CB743E8A}" destId="{A44C8FD0-796F-4BC1-892E-4D67D8F62A44}" srcOrd="1" destOrd="0" presId="urn:microsoft.com/office/officeart/2018/2/layout/IconVerticalSolidList"/>
    <dgm:cxn modelId="{4E42070C-2BAB-4124-9EBE-1037B5BD7396}" type="presParOf" srcId="{0A8BC3BE-7D1B-4D70-B583-7230CB743E8A}" destId="{9D0F46F2-E5FE-4DE7-AF32-E27B52C5DB67}" srcOrd="2" destOrd="0" presId="urn:microsoft.com/office/officeart/2018/2/layout/IconVerticalSolidList"/>
    <dgm:cxn modelId="{FB60695C-AB72-4FAE-A275-29708EE5767F}" type="presParOf" srcId="{0A8BC3BE-7D1B-4D70-B583-7230CB743E8A}" destId="{3BBF2C1E-DB3C-4731-896A-5447D9E467A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F57C1D-5508-4B3E-9151-EFBF5EE0F866}">
      <dsp:nvSpPr>
        <dsp:cNvPr id="0" name=""/>
        <dsp:cNvSpPr/>
      </dsp:nvSpPr>
      <dsp:spPr>
        <a:xfrm>
          <a:off x="0" y="1897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3DF1AF-A01F-4514-B6E6-6004CEC5E1C7}">
      <dsp:nvSpPr>
        <dsp:cNvPr id="0" name=""/>
        <dsp:cNvSpPr/>
      </dsp:nvSpPr>
      <dsp:spPr>
        <a:xfrm>
          <a:off x="290922" y="218286"/>
          <a:ext cx="528950" cy="5289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E02053-5FEB-4F74-BA91-4142C83F2A41}">
      <dsp:nvSpPr>
        <dsp:cNvPr id="0" name=""/>
        <dsp:cNvSpPr/>
      </dsp:nvSpPr>
      <dsp:spPr>
        <a:xfrm>
          <a:off x="1110795" y="1897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Scalability: Grow when needed</a:t>
          </a:r>
          <a:endParaRPr lang="en-US" sz="21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110795" y="1897"/>
        <a:ext cx="3761242" cy="961727"/>
      </dsp:txXfrm>
    </dsp:sp>
    <dsp:sp modelId="{F4D2BBE2-4999-4F3D-B759-C5E7D03C03E4}">
      <dsp:nvSpPr>
        <dsp:cNvPr id="0" name=""/>
        <dsp:cNvSpPr/>
      </dsp:nvSpPr>
      <dsp:spPr>
        <a:xfrm>
          <a:off x="0" y="1300114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F1DB1B-8FFD-4A88-8531-CBA2E66B2676}">
      <dsp:nvSpPr>
        <dsp:cNvPr id="0" name=""/>
        <dsp:cNvSpPr/>
      </dsp:nvSpPr>
      <dsp:spPr>
        <a:xfrm>
          <a:off x="290922" y="1420445"/>
          <a:ext cx="528950" cy="5289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B9A3E3-80F3-490B-B7BB-20E9B2D06627}">
      <dsp:nvSpPr>
        <dsp:cNvPr id="0" name=""/>
        <dsp:cNvSpPr/>
      </dsp:nvSpPr>
      <dsp:spPr>
        <a:xfrm>
          <a:off x="1110795" y="1204056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Cost-effective: Pay for what you use</a:t>
          </a:r>
          <a:endParaRPr lang="en-US" sz="21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110795" y="1204056"/>
        <a:ext cx="3761242" cy="961727"/>
      </dsp:txXfrm>
    </dsp:sp>
    <dsp:sp modelId="{70988871-0B6F-4531-BCB5-AAC301D27825}">
      <dsp:nvSpPr>
        <dsp:cNvPr id="0" name=""/>
        <dsp:cNvSpPr/>
      </dsp:nvSpPr>
      <dsp:spPr>
        <a:xfrm>
          <a:off x="0" y="2406215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203267-3A40-4604-BAFE-E96D96021A1E}">
      <dsp:nvSpPr>
        <dsp:cNvPr id="0" name=""/>
        <dsp:cNvSpPr/>
      </dsp:nvSpPr>
      <dsp:spPr>
        <a:xfrm>
          <a:off x="290922" y="2622604"/>
          <a:ext cx="528950" cy="5289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FCDB96-E9DE-469C-A067-8240A97B6CF9}">
      <dsp:nvSpPr>
        <dsp:cNvPr id="0" name=""/>
        <dsp:cNvSpPr/>
      </dsp:nvSpPr>
      <dsp:spPr>
        <a:xfrm>
          <a:off x="1110795" y="2406215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High Availability: More reliable than your sleep schedule</a:t>
          </a:r>
          <a:endParaRPr lang="en-US" sz="21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110795" y="2406215"/>
        <a:ext cx="3761242" cy="961727"/>
      </dsp:txXfrm>
    </dsp:sp>
    <dsp:sp modelId="{73DDBB79-7229-486E-8127-ABAED073318C}">
      <dsp:nvSpPr>
        <dsp:cNvPr id="0" name=""/>
        <dsp:cNvSpPr/>
      </dsp:nvSpPr>
      <dsp:spPr>
        <a:xfrm>
          <a:off x="0" y="3608375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730876-D726-4089-916E-6C24571034FA}">
      <dsp:nvSpPr>
        <dsp:cNvPr id="0" name=""/>
        <dsp:cNvSpPr/>
      </dsp:nvSpPr>
      <dsp:spPr>
        <a:xfrm>
          <a:off x="290922" y="3824763"/>
          <a:ext cx="528950" cy="5289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E7CBA-D240-470F-9796-2D778C429EB1}">
      <dsp:nvSpPr>
        <dsp:cNvPr id="0" name=""/>
        <dsp:cNvSpPr/>
      </dsp:nvSpPr>
      <dsp:spPr>
        <a:xfrm>
          <a:off x="1110795" y="3608375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Security: Safer than WhatsApp backup</a:t>
          </a:r>
          <a:endParaRPr lang="en-US" sz="21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110795" y="3608375"/>
        <a:ext cx="3761242" cy="961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555DBB-B248-4187-9AD8-925088526DF7}">
      <dsp:nvSpPr>
        <dsp:cNvPr id="0" name=""/>
        <dsp:cNvSpPr/>
      </dsp:nvSpPr>
      <dsp:spPr>
        <a:xfrm>
          <a:off x="111050" y="27545"/>
          <a:ext cx="904641" cy="90464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32FC4C-FB86-4164-88DE-36ABF5A4A5F9}">
      <dsp:nvSpPr>
        <dsp:cNvPr id="0" name=""/>
        <dsp:cNvSpPr/>
      </dsp:nvSpPr>
      <dsp:spPr>
        <a:xfrm>
          <a:off x="301025" y="217520"/>
          <a:ext cx="524692" cy="5246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34B6DD-4D35-4FE0-AAC8-C9F2C08F38D3}">
      <dsp:nvSpPr>
        <dsp:cNvPr id="0" name=""/>
        <dsp:cNvSpPr/>
      </dsp:nvSpPr>
      <dsp:spPr>
        <a:xfrm>
          <a:off x="1209544" y="27545"/>
          <a:ext cx="2132370" cy="904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EC2 – </a:t>
          </a:r>
          <a:r>
            <a:rPr lang="en-US" sz="2000" b="0" i="0" kern="1200" dirty="0"/>
            <a:t>It allows users to rent virtual servers</a:t>
          </a:r>
          <a:endParaRPr lang="en-US" sz="2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209544" y="27545"/>
        <a:ext cx="2132370" cy="904641"/>
      </dsp:txXfrm>
    </dsp:sp>
    <dsp:sp modelId="{960E52F7-32BE-44B9-84DA-2F5FBD4F2436}">
      <dsp:nvSpPr>
        <dsp:cNvPr id="0" name=""/>
        <dsp:cNvSpPr/>
      </dsp:nvSpPr>
      <dsp:spPr>
        <a:xfrm>
          <a:off x="3713464" y="27545"/>
          <a:ext cx="904641" cy="90464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516605-F32A-4808-9B0E-F577BA6253D3}">
      <dsp:nvSpPr>
        <dsp:cNvPr id="0" name=""/>
        <dsp:cNvSpPr/>
      </dsp:nvSpPr>
      <dsp:spPr>
        <a:xfrm>
          <a:off x="3903439" y="217520"/>
          <a:ext cx="524692" cy="5246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BDBFAF-8819-4417-861C-FE573D33A1F9}">
      <dsp:nvSpPr>
        <dsp:cNvPr id="0" name=""/>
        <dsp:cNvSpPr/>
      </dsp:nvSpPr>
      <dsp:spPr>
        <a:xfrm>
          <a:off x="4811958" y="27545"/>
          <a:ext cx="2132370" cy="904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S3 – Store anything (except breakup chats)</a:t>
          </a:r>
          <a:endParaRPr lang="en-US" sz="2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811958" y="27545"/>
        <a:ext cx="2132370" cy="904641"/>
      </dsp:txXfrm>
    </dsp:sp>
    <dsp:sp modelId="{32854695-1EA8-40BB-B479-24608642B633}">
      <dsp:nvSpPr>
        <dsp:cNvPr id="0" name=""/>
        <dsp:cNvSpPr/>
      </dsp:nvSpPr>
      <dsp:spPr>
        <a:xfrm>
          <a:off x="111050" y="1645419"/>
          <a:ext cx="904641" cy="90464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A48998-D3E0-4045-8FE8-2F92E24F86A9}">
      <dsp:nvSpPr>
        <dsp:cNvPr id="0" name=""/>
        <dsp:cNvSpPr/>
      </dsp:nvSpPr>
      <dsp:spPr>
        <a:xfrm>
          <a:off x="301025" y="1835394"/>
          <a:ext cx="524692" cy="5246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3B584B-D9CD-4510-B909-BABBEA9F494E}">
      <dsp:nvSpPr>
        <dsp:cNvPr id="0" name=""/>
        <dsp:cNvSpPr/>
      </dsp:nvSpPr>
      <dsp:spPr>
        <a:xfrm>
          <a:off x="1209544" y="1645419"/>
          <a:ext cx="2132370" cy="904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RDS – Database with automatic backups</a:t>
          </a:r>
          <a:endParaRPr lang="en-US" sz="2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209544" y="1645419"/>
        <a:ext cx="2132370" cy="904641"/>
      </dsp:txXfrm>
    </dsp:sp>
    <dsp:sp modelId="{017294C0-B475-4E2C-A511-9197B83C17B1}">
      <dsp:nvSpPr>
        <dsp:cNvPr id="0" name=""/>
        <dsp:cNvSpPr/>
      </dsp:nvSpPr>
      <dsp:spPr>
        <a:xfrm>
          <a:off x="3713464" y="1645419"/>
          <a:ext cx="904641" cy="90464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355FF0-59AE-4850-8D0E-DCD64E10CDFC}">
      <dsp:nvSpPr>
        <dsp:cNvPr id="0" name=""/>
        <dsp:cNvSpPr/>
      </dsp:nvSpPr>
      <dsp:spPr>
        <a:xfrm>
          <a:off x="3903439" y="1835394"/>
          <a:ext cx="524692" cy="5246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BD9945-6202-46E4-A54C-C1A03A78FAEF}">
      <dsp:nvSpPr>
        <dsp:cNvPr id="0" name=""/>
        <dsp:cNvSpPr/>
      </dsp:nvSpPr>
      <dsp:spPr>
        <a:xfrm>
          <a:off x="4811958" y="1645419"/>
          <a:ext cx="2132370" cy="904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Lambda – Magic code without servers</a:t>
          </a:r>
          <a:endParaRPr lang="en-US" sz="2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811958" y="1645419"/>
        <a:ext cx="2132370" cy="904641"/>
      </dsp:txXfrm>
    </dsp:sp>
    <dsp:sp modelId="{41F445D6-58AC-4445-AF3A-B5484D0D3652}">
      <dsp:nvSpPr>
        <dsp:cNvPr id="0" name=""/>
        <dsp:cNvSpPr/>
      </dsp:nvSpPr>
      <dsp:spPr>
        <a:xfrm>
          <a:off x="111050" y="3263293"/>
          <a:ext cx="904641" cy="90464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67C54F-D9BB-44D6-B1FF-4B2B25E5CC37}">
      <dsp:nvSpPr>
        <dsp:cNvPr id="0" name=""/>
        <dsp:cNvSpPr/>
      </dsp:nvSpPr>
      <dsp:spPr>
        <a:xfrm>
          <a:off x="301025" y="3453268"/>
          <a:ext cx="524692" cy="52469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E082A9-C4B6-4C85-AC4E-2731A92D3CA4}">
      <dsp:nvSpPr>
        <dsp:cNvPr id="0" name=""/>
        <dsp:cNvSpPr/>
      </dsp:nvSpPr>
      <dsp:spPr>
        <a:xfrm>
          <a:off x="1209544" y="3263293"/>
          <a:ext cx="2132370" cy="904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IAM – The bouncer of AWS</a:t>
          </a:r>
          <a:endParaRPr lang="en-US" sz="2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209544" y="3263293"/>
        <a:ext cx="2132370" cy="9046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F394C-0609-449D-99FC-CD8AC04584D1}">
      <dsp:nvSpPr>
        <dsp:cNvPr id="0" name=""/>
        <dsp:cNvSpPr/>
      </dsp:nvSpPr>
      <dsp:spPr>
        <a:xfrm>
          <a:off x="506014" y="307138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92B881-81ED-4018-ABCA-F1136EA1160A}">
      <dsp:nvSpPr>
        <dsp:cNvPr id="0" name=""/>
        <dsp:cNvSpPr/>
      </dsp:nvSpPr>
      <dsp:spPr>
        <a:xfrm>
          <a:off x="820451" y="621575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A6D732-8CF5-4DF8-9C42-40977EFF69F9}">
      <dsp:nvSpPr>
        <dsp:cNvPr id="0" name=""/>
        <dsp:cNvSpPr/>
      </dsp:nvSpPr>
      <dsp:spPr>
        <a:xfrm>
          <a:off x="34357" y="2242138"/>
          <a:ext cx="24187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Turn off unused resources</a:t>
          </a:r>
          <a:endParaRPr lang="en-US" sz="2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4357" y="2242138"/>
        <a:ext cx="2418750" cy="855000"/>
      </dsp:txXfrm>
    </dsp:sp>
    <dsp:sp modelId="{295FD815-F4D3-4CAB-95DF-6CF27C2A3482}">
      <dsp:nvSpPr>
        <dsp:cNvPr id="0" name=""/>
        <dsp:cNvSpPr/>
      </dsp:nvSpPr>
      <dsp:spPr>
        <a:xfrm>
          <a:off x="3348045" y="307138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E19DDB-BD0D-440D-8A60-F8439019EFB7}">
      <dsp:nvSpPr>
        <dsp:cNvPr id="0" name=""/>
        <dsp:cNvSpPr/>
      </dsp:nvSpPr>
      <dsp:spPr>
        <a:xfrm>
          <a:off x="3662482" y="621575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01178-1162-40F5-BCD5-C9B42B38628E}">
      <dsp:nvSpPr>
        <dsp:cNvPr id="0" name=""/>
        <dsp:cNvSpPr/>
      </dsp:nvSpPr>
      <dsp:spPr>
        <a:xfrm>
          <a:off x="2876389" y="2242138"/>
          <a:ext cx="24187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Monitor spending</a:t>
          </a:r>
          <a:endParaRPr lang="en-US" sz="2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876389" y="2242138"/>
        <a:ext cx="2418750" cy="855000"/>
      </dsp:txXfrm>
    </dsp:sp>
    <dsp:sp modelId="{9194AB33-BA70-4C90-9CEF-9BFAF82123E3}">
      <dsp:nvSpPr>
        <dsp:cNvPr id="0" name=""/>
        <dsp:cNvSpPr/>
      </dsp:nvSpPr>
      <dsp:spPr>
        <a:xfrm>
          <a:off x="6190076" y="307138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372545-A236-4482-BA42-C713736BBFEE}">
      <dsp:nvSpPr>
        <dsp:cNvPr id="0" name=""/>
        <dsp:cNvSpPr/>
      </dsp:nvSpPr>
      <dsp:spPr>
        <a:xfrm>
          <a:off x="6504514" y="621575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D8060A-2356-42A6-95CB-875281E7DC75}">
      <dsp:nvSpPr>
        <dsp:cNvPr id="0" name=""/>
        <dsp:cNvSpPr/>
      </dsp:nvSpPr>
      <dsp:spPr>
        <a:xfrm>
          <a:off x="5718420" y="2242138"/>
          <a:ext cx="24187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AWS bills can surprise like electricity bills</a:t>
          </a:r>
          <a:endParaRPr lang="en-US" sz="2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718420" y="2242138"/>
        <a:ext cx="2418750" cy="855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B785FD-F37E-4706-9356-9235D7B25632}">
      <dsp:nvSpPr>
        <dsp:cNvPr id="0" name=""/>
        <dsp:cNvSpPr/>
      </dsp:nvSpPr>
      <dsp:spPr>
        <a:xfrm>
          <a:off x="0" y="851150"/>
          <a:ext cx="2298242" cy="1459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6DAE02-AE41-411F-A3C1-E4E8F1B205B3}">
      <dsp:nvSpPr>
        <dsp:cNvPr id="0" name=""/>
        <dsp:cNvSpPr/>
      </dsp:nvSpPr>
      <dsp:spPr>
        <a:xfrm>
          <a:off x="255360" y="1093742"/>
          <a:ext cx="2298242" cy="1459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Google Drive uploads</a:t>
          </a:r>
          <a:endParaRPr lang="en-US" sz="2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98104" y="1136486"/>
        <a:ext cx="2212754" cy="1373895"/>
      </dsp:txXfrm>
    </dsp:sp>
    <dsp:sp modelId="{7AF988B7-D4B5-4E63-B4F2-062DBA9DE8A6}">
      <dsp:nvSpPr>
        <dsp:cNvPr id="0" name=""/>
        <dsp:cNvSpPr/>
      </dsp:nvSpPr>
      <dsp:spPr>
        <a:xfrm>
          <a:off x="2808962" y="851150"/>
          <a:ext cx="2298242" cy="1459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E0583E-6F96-4747-8E3A-920422AC5C34}">
      <dsp:nvSpPr>
        <dsp:cNvPr id="0" name=""/>
        <dsp:cNvSpPr/>
      </dsp:nvSpPr>
      <dsp:spPr>
        <a:xfrm>
          <a:off x="3064323" y="1093742"/>
          <a:ext cx="2298242" cy="1459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Netflix streaming</a:t>
          </a:r>
          <a:endParaRPr lang="en-US" sz="2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107067" y="1136486"/>
        <a:ext cx="2212754" cy="1373895"/>
      </dsp:txXfrm>
    </dsp:sp>
    <dsp:sp modelId="{FCC8F81A-7BA2-4AE2-97A2-B23492E65EF8}">
      <dsp:nvSpPr>
        <dsp:cNvPr id="0" name=""/>
        <dsp:cNvSpPr/>
      </dsp:nvSpPr>
      <dsp:spPr>
        <a:xfrm>
          <a:off x="5617925" y="851150"/>
          <a:ext cx="2298242" cy="1459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D70237-B865-4D89-B7AF-F39FF59CD139}">
      <dsp:nvSpPr>
        <dsp:cNvPr id="0" name=""/>
        <dsp:cNvSpPr/>
      </dsp:nvSpPr>
      <dsp:spPr>
        <a:xfrm>
          <a:off x="5873285" y="1093742"/>
          <a:ext cx="2298242" cy="1459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• Office shared drives</a:t>
          </a:r>
          <a:endParaRPr lang="en-US" sz="2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916029" y="1136486"/>
        <a:ext cx="2212754" cy="137389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77D4D3-38B1-49D8-96AE-279D0E9E3D48}">
      <dsp:nvSpPr>
        <dsp:cNvPr id="0" name=""/>
        <dsp:cNvSpPr/>
      </dsp:nvSpPr>
      <dsp:spPr>
        <a:xfrm>
          <a:off x="0" y="549786"/>
          <a:ext cx="8176022" cy="10149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28217E-B2D5-4676-A686-FCA59C3ACAF6}">
      <dsp:nvSpPr>
        <dsp:cNvPr id="0" name=""/>
        <dsp:cNvSpPr/>
      </dsp:nvSpPr>
      <dsp:spPr>
        <a:xfrm>
          <a:off x="307034" y="778159"/>
          <a:ext cx="558244" cy="5582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C1B6E-9831-4054-B2CE-E07478541678}">
      <dsp:nvSpPr>
        <dsp:cNvPr id="0" name=""/>
        <dsp:cNvSpPr/>
      </dsp:nvSpPr>
      <dsp:spPr>
        <a:xfrm>
          <a:off x="1172313" y="549786"/>
          <a:ext cx="7003708" cy="1014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420" tIns="107420" rIns="107420" bIns="10742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AI + Cloud = Future</a:t>
          </a:r>
          <a:endParaRPr lang="en-US" sz="24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172313" y="549786"/>
        <a:ext cx="7003708" cy="1014990"/>
      </dsp:txXfrm>
    </dsp:sp>
    <dsp:sp modelId="{C4B3B9C9-20C7-42F5-9A9D-060B23994BFB}">
      <dsp:nvSpPr>
        <dsp:cNvPr id="0" name=""/>
        <dsp:cNvSpPr/>
      </dsp:nvSpPr>
      <dsp:spPr>
        <a:xfrm>
          <a:off x="0" y="1818524"/>
          <a:ext cx="8176022" cy="10149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4C8FD0-796F-4BC1-892E-4D67D8F62A44}">
      <dsp:nvSpPr>
        <dsp:cNvPr id="0" name=""/>
        <dsp:cNvSpPr/>
      </dsp:nvSpPr>
      <dsp:spPr>
        <a:xfrm>
          <a:off x="307034" y="2046897"/>
          <a:ext cx="558244" cy="5582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BF2C1E-DB3C-4731-896A-5447D9E467A8}">
      <dsp:nvSpPr>
        <dsp:cNvPr id="0" name=""/>
        <dsp:cNvSpPr/>
      </dsp:nvSpPr>
      <dsp:spPr>
        <a:xfrm>
          <a:off x="1172313" y="1818524"/>
          <a:ext cx="7003708" cy="1014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420" tIns="107420" rIns="107420" bIns="10742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Jobs evolving, not disappearing</a:t>
          </a:r>
          <a:endParaRPr lang="en-US" sz="24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172313" y="1818524"/>
        <a:ext cx="7003708" cy="10149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F5936-CC33-429E-A1CF-813D21D6F75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2D4AD6-B2DA-4897-9772-6BE0958DB1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077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D4AD6-B2DA-4897-9772-6BE0958DB15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740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D4AD6-B2DA-4897-9772-6BE0958DB15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352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638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88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320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91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120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481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80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15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017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237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21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32382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29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69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386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939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64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083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1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4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48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6"/>
            <a:ext cx="4641143" cy="162232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IN" sz="4000" b="1" dirty="0">
                <a:solidFill>
                  <a:srgbClr val="EBEB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Introduction with 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7" y="2438400"/>
            <a:ext cx="4641142" cy="3785419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ROHIT AMBAWADE</a:t>
            </a:r>
          </a:p>
          <a:p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(Senior Software Developer)</a:t>
            </a:r>
          </a:p>
          <a:p>
            <a:endParaRPr lang="en-US" sz="28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198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eometric white clouds on a blue sky">
            <a:extLst>
              <a:ext uri="{FF2B5EF4-FFF2-40B4-BE49-F238E27FC236}">
                <a16:creationId xmlns:a16="http://schemas.microsoft.com/office/drawing/2014/main" id="{E51BE2EF-3B3E-7EF7-4406-BC7E92E445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49" r="44042"/>
          <a:stretch>
            <a:fillRect/>
          </a:stretch>
        </p:blipFill>
        <p:spPr>
          <a:xfrm>
            <a:off x="5421881" y="1"/>
            <a:ext cx="3722434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B0EC9-80CC-B74A-F4C6-F200A9D5C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825476"/>
          </a:xfrm>
        </p:spPr>
        <p:txBody>
          <a:bodyPr/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do you mean by cloud ?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1C130A5-CE47-2EFF-01E5-ED363B972C8B}"/>
              </a:ext>
            </a:extLst>
          </p:cNvPr>
          <p:cNvSpPr/>
          <p:nvPr/>
        </p:nvSpPr>
        <p:spPr>
          <a:xfrm>
            <a:off x="2842650" y="2916873"/>
            <a:ext cx="491613" cy="18601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1E17E03-DF0B-BD9C-0C33-A012751F127C}"/>
              </a:ext>
            </a:extLst>
          </p:cNvPr>
          <p:cNvSpPr/>
          <p:nvPr/>
        </p:nvSpPr>
        <p:spPr>
          <a:xfrm>
            <a:off x="3097726" y="2486867"/>
            <a:ext cx="884903" cy="3244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E19CEFE-FC5D-FAB9-4167-0B297B58A945}"/>
              </a:ext>
            </a:extLst>
          </p:cNvPr>
          <p:cNvSpPr/>
          <p:nvPr/>
        </p:nvSpPr>
        <p:spPr>
          <a:xfrm>
            <a:off x="3218814" y="1278194"/>
            <a:ext cx="4832554" cy="12852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friend here he wants to buy cloud storage to store his photos &amp; Documents on cloud as backup.</a:t>
            </a:r>
            <a:endParaRPr lang="en-IN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0CBD95A-13B2-AAD9-F362-9BC1803CD57F}"/>
              </a:ext>
            </a:extLst>
          </p:cNvPr>
          <p:cNvSpPr/>
          <p:nvPr/>
        </p:nvSpPr>
        <p:spPr>
          <a:xfrm flipV="1">
            <a:off x="2495947" y="3242985"/>
            <a:ext cx="355972" cy="1052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6A73DE40-23D3-B0DC-E65C-0C79D055C9EC}"/>
              </a:ext>
            </a:extLst>
          </p:cNvPr>
          <p:cNvSpPr/>
          <p:nvPr/>
        </p:nvSpPr>
        <p:spPr>
          <a:xfrm>
            <a:off x="5810945" y="2875633"/>
            <a:ext cx="355971" cy="63416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C515646-27E6-E0E9-EF82-3F23D059D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391" y="3650623"/>
            <a:ext cx="1167524" cy="178947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F41BB7F-58FA-7AD4-B099-D7E673A1A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990" y="3650623"/>
            <a:ext cx="1167524" cy="1789473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3048F30B-40FC-61A2-BC8E-B8E63E9CE11B}"/>
              </a:ext>
            </a:extLst>
          </p:cNvPr>
          <p:cNvSpPr/>
          <p:nvPr/>
        </p:nvSpPr>
        <p:spPr>
          <a:xfrm>
            <a:off x="3498466" y="5624050"/>
            <a:ext cx="2337374" cy="688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Android (Google Drive)</a:t>
            </a:r>
            <a:endParaRPr lang="en-IN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FBBBAA5-53FC-7B35-5570-81A92520E243}"/>
              </a:ext>
            </a:extLst>
          </p:cNvPr>
          <p:cNvSpPr/>
          <p:nvPr/>
        </p:nvSpPr>
        <p:spPr>
          <a:xfrm>
            <a:off x="5993065" y="5624050"/>
            <a:ext cx="2337374" cy="688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Iphone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Icloud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IN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A person smiling while holding a phone&#10;&#10;AI-generated content may be incorrect.">
            <a:extLst>
              <a:ext uri="{FF2B5EF4-FFF2-40B4-BE49-F238E27FC236}">
                <a16:creationId xmlns:a16="http://schemas.microsoft.com/office/drawing/2014/main" id="{294D8BBB-0AA8-E631-1631-274CCCE0D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84448"/>
            <a:ext cx="3334263" cy="326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073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0B13FF8-2B3C-4BC1-B3E4-254B3F8C3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020" y="498328"/>
            <a:ext cx="2862942" cy="5594554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b="1" dirty="0">
                <a:solidFill>
                  <a:srgbClr val="EBEB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Cloud or Cloud Computing?</a:t>
            </a: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B9C1207E-FFD8-4821-AFE6-71C724360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2B199503-2632-490F-8EB2-759D88708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703491" y="417491"/>
            <a:ext cx="6858001" cy="6023018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1C7CB4-0228-486A-931A-262ABB670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6339" y="1410459"/>
            <a:ext cx="4871885" cy="18851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Storing and using data over the internet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Someone else’s computer you trust more than your own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screenshot of a cloud computing&#10;&#10;AI-generated content may be incorrect.">
            <a:extLst>
              <a:ext uri="{FF2B5EF4-FFF2-40B4-BE49-F238E27FC236}">
                <a16:creationId xmlns:a16="http://schemas.microsoft.com/office/drawing/2014/main" id="{963663A7-208F-EBD5-4C87-F5ED11CFF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339" y="3562395"/>
            <a:ext cx="4871885" cy="2606458"/>
          </a:xfrm>
          <a:prstGeom prst="rect">
            <a:avLst/>
          </a:prstGeom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757" y="1142999"/>
            <a:ext cx="2726225" cy="4572000"/>
          </a:xfrm>
        </p:spPr>
        <p:txBody>
          <a:bodyPr anchor="ctr">
            <a:normAutofit/>
          </a:bodyPr>
          <a:lstStyle/>
          <a:p>
            <a:r>
              <a:rPr lang="en-IN" sz="4000" b="1" dirty="0">
                <a:solidFill>
                  <a:srgbClr val="F2F2F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Cloud?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CCAD60-E047-04B0-498E-05C203A595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3691684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8" y="629267"/>
            <a:ext cx="3124882" cy="835740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EBEB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Models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5515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095864" y="809550"/>
            <a:ext cx="6858001" cy="52389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5" name="Picture 4" descr="A diagram of buildings with clouds&#10;&#10;AI-generated content may be incorrect.">
            <a:extLst>
              <a:ext uri="{FF2B5EF4-FFF2-40B4-BE49-F238E27FC236}">
                <a16:creationId xmlns:a16="http://schemas.microsoft.com/office/drawing/2014/main" id="{72344145-7EF4-AFC1-C663-9B7EED0D9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048" y="1928155"/>
            <a:ext cx="4670352" cy="3001689"/>
          </a:xfrm>
          <a:prstGeom prst="rect">
            <a:avLst/>
          </a:prstGeom>
          <a:effectLst/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0" name="Content Placeholder 2"/>
          <p:cNvSpPr>
            <a:spLocks noGrp="1"/>
          </p:cNvSpPr>
          <p:nvPr>
            <p:ph idx="1"/>
          </p:nvPr>
        </p:nvSpPr>
        <p:spPr>
          <a:xfrm>
            <a:off x="486698" y="1620286"/>
            <a:ext cx="3124882" cy="3785419"/>
          </a:xfrm>
        </p:spPr>
        <p:txBody>
          <a:bodyPr>
            <a:normAutofit/>
          </a:bodyPr>
          <a:lstStyle/>
          <a:p>
            <a:r>
              <a:rPr sz="2400" dirty="0">
                <a:solidFill>
                  <a:srgbClr val="EBEB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Cloud – Like hostel Wi-Fi, but actually works</a:t>
            </a:r>
          </a:p>
          <a:p>
            <a:r>
              <a:rPr sz="2400" dirty="0">
                <a:solidFill>
                  <a:srgbClr val="EBEB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Private Cloud – Your own space, no neighbors</a:t>
            </a:r>
          </a:p>
          <a:p>
            <a:r>
              <a:rPr sz="2400" dirty="0">
                <a:solidFill>
                  <a:srgbClr val="EBEB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Hybrid Cloud – Healthy food + cheat meal combo</a:t>
            </a:r>
            <a:endParaRPr lang="en-US" sz="2400" dirty="0">
              <a:solidFill>
                <a:srgbClr val="EBEBE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sz="2400" dirty="0">
              <a:solidFill>
                <a:srgbClr val="EBEBE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F4807A-5068-4492-8025-D75F320E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D8962-B5F6-801F-735E-59D3A3B87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1856" y="2065700"/>
            <a:ext cx="2657598" cy="165329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457200"/>
            <a:r>
              <a:rPr lang="en-US" sz="4000" b="1" dirty="0">
                <a:solidFill>
                  <a:srgbClr val="EBEB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Cloud Providers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B24996F8-180C-4DCB-8A26-DFA336CDE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560249" y="0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white cloud shaped object with text and numbers&#10;&#10;AI-generated content may be incorrect.">
            <a:extLst>
              <a:ext uri="{FF2B5EF4-FFF2-40B4-BE49-F238E27FC236}">
                <a16:creationId xmlns:a16="http://schemas.microsoft.com/office/drawing/2014/main" id="{148B0AD6-2080-F3C0-9435-AD27343751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 t="3963" r="2" b="2"/>
          <a:stretch>
            <a:fillRect/>
          </a:stretch>
        </p:blipFill>
        <p:spPr>
          <a:xfrm>
            <a:off x="20" y="10"/>
            <a:ext cx="5819935" cy="6857991"/>
          </a:xfrm>
          <a:custGeom>
            <a:avLst/>
            <a:gdLst/>
            <a:ahLst/>
            <a:cxnLst/>
            <a:rect l="l" t="t" r="r" b="b"/>
            <a:pathLst>
              <a:path w="7759940" h="6858001">
                <a:moveTo>
                  <a:pt x="0" y="0"/>
                </a:moveTo>
                <a:lnTo>
                  <a:pt x="1296537" y="0"/>
                </a:lnTo>
                <a:lnTo>
                  <a:pt x="1296537" y="1"/>
                </a:lnTo>
                <a:lnTo>
                  <a:pt x="6415225" y="1"/>
                </a:lnTo>
                <a:lnTo>
                  <a:pt x="6415225" y="0"/>
                </a:lnTo>
                <a:lnTo>
                  <a:pt x="7758763" y="0"/>
                </a:lnTo>
                <a:lnTo>
                  <a:pt x="7733718" y="155677"/>
                </a:lnTo>
                <a:lnTo>
                  <a:pt x="7709849" y="310668"/>
                </a:lnTo>
                <a:lnTo>
                  <a:pt x="7686485" y="466344"/>
                </a:lnTo>
                <a:lnTo>
                  <a:pt x="7666482" y="622707"/>
                </a:lnTo>
                <a:lnTo>
                  <a:pt x="7646311" y="778383"/>
                </a:lnTo>
                <a:lnTo>
                  <a:pt x="7627485" y="934746"/>
                </a:lnTo>
                <a:lnTo>
                  <a:pt x="7611349" y="1089051"/>
                </a:lnTo>
                <a:lnTo>
                  <a:pt x="7596053" y="1245413"/>
                </a:lnTo>
                <a:lnTo>
                  <a:pt x="7582101" y="1401090"/>
                </a:lnTo>
                <a:lnTo>
                  <a:pt x="7569999" y="1554023"/>
                </a:lnTo>
                <a:lnTo>
                  <a:pt x="7557896" y="1709014"/>
                </a:lnTo>
                <a:lnTo>
                  <a:pt x="7547811" y="1861947"/>
                </a:lnTo>
                <a:lnTo>
                  <a:pt x="7539911" y="2014881"/>
                </a:lnTo>
                <a:lnTo>
                  <a:pt x="7531674" y="2167128"/>
                </a:lnTo>
                <a:lnTo>
                  <a:pt x="7524783" y="2318004"/>
                </a:lnTo>
                <a:lnTo>
                  <a:pt x="7519908" y="2467509"/>
                </a:lnTo>
                <a:lnTo>
                  <a:pt x="7515706" y="2617013"/>
                </a:lnTo>
                <a:lnTo>
                  <a:pt x="7511672" y="2765146"/>
                </a:lnTo>
                <a:lnTo>
                  <a:pt x="7509823" y="2911221"/>
                </a:lnTo>
                <a:lnTo>
                  <a:pt x="7507806" y="3057297"/>
                </a:lnTo>
                <a:lnTo>
                  <a:pt x="7506797" y="3201315"/>
                </a:lnTo>
                <a:lnTo>
                  <a:pt x="7507806" y="3343961"/>
                </a:lnTo>
                <a:lnTo>
                  <a:pt x="7507806" y="3485236"/>
                </a:lnTo>
                <a:lnTo>
                  <a:pt x="7509823" y="3625139"/>
                </a:lnTo>
                <a:lnTo>
                  <a:pt x="7512848" y="3762299"/>
                </a:lnTo>
                <a:lnTo>
                  <a:pt x="7515706" y="3898087"/>
                </a:lnTo>
                <a:lnTo>
                  <a:pt x="7518900" y="4031133"/>
                </a:lnTo>
                <a:lnTo>
                  <a:pt x="7523774" y="4163492"/>
                </a:lnTo>
                <a:lnTo>
                  <a:pt x="7528985" y="4293793"/>
                </a:lnTo>
                <a:lnTo>
                  <a:pt x="7533691" y="4421352"/>
                </a:lnTo>
                <a:lnTo>
                  <a:pt x="7546971" y="4670298"/>
                </a:lnTo>
                <a:lnTo>
                  <a:pt x="7561090" y="4908956"/>
                </a:lnTo>
                <a:lnTo>
                  <a:pt x="7575882" y="5138013"/>
                </a:lnTo>
                <a:lnTo>
                  <a:pt x="7592187" y="5354726"/>
                </a:lnTo>
                <a:lnTo>
                  <a:pt x="7609164" y="5561838"/>
                </a:lnTo>
                <a:lnTo>
                  <a:pt x="7627485" y="5753862"/>
                </a:lnTo>
                <a:lnTo>
                  <a:pt x="7645471" y="5934227"/>
                </a:lnTo>
                <a:lnTo>
                  <a:pt x="7663456" y="6100191"/>
                </a:lnTo>
                <a:lnTo>
                  <a:pt x="7680433" y="6252438"/>
                </a:lnTo>
                <a:lnTo>
                  <a:pt x="7696570" y="6387541"/>
                </a:lnTo>
                <a:lnTo>
                  <a:pt x="7711866" y="6509613"/>
                </a:lnTo>
                <a:lnTo>
                  <a:pt x="7724641" y="6612483"/>
                </a:lnTo>
                <a:lnTo>
                  <a:pt x="7736743" y="6698894"/>
                </a:lnTo>
                <a:lnTo>
                  <a:pt x="7754057" y="6817538"/>
                </a:lnTo>
                <a:lnTo>
                  <a:pt x="7759940" y="6858000"/>
                </a:lnTo>
                <a:lnTo>
                  <a:pt x="6854586" y="6858000"/>
                </a:lnTo>
                <a:lnTo>
                  <a:pt x="6854586" y="6858001"/>
                </a:lnTo>
                <a:lnTo>
                  <a:pt x="764022" y="6858001"/>
                </a:lnTo>
                <a:lnTo>
                  <a:pt x="76402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630182B0-3559-41D5-9EBC-0BD86BEDA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232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948" y="452718"/>
            <a:ext cx="3479177" cy="140053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 History</a:t>
            </a:r>
          </a:p>
        </p:txBody>
      </p:sp>
      <p:sp>
        <p:nvSpPr>
          <p:cNvPr id="42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71281" y="-1573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erson in a blue shirt&#10;&#10;AI-generated content may be incorrect.">
            <a:extLst>
              <a:ext uri="{FF2B5EF4-FFF2-40B4-BE49-F238E27FC236}">
                <a16:creationId xmlns:a16="http://schemas.microsoft.com/office/drawing/2014/main" id="{5050B39A-0F10-C39F-CB0C-3B2D369EC2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432" r="28181"/>
          <a:stretch>
            <a:fillRect/>
          </a:stretch>
        </p:blipFill>
        <p:spPr>
          <a:xfrm>
            <a:off x="2" y="10"/>
            <a:ext cx="3729824" cy="6857991"/>
          </a:xfrm>
          <a:custGeom>
            <a:avLst/>
            <a:gdLst/>
            <a:ahLst/>
            <a:cxnLst/>
            <a:rect l="l" t="t" r="r" b="b"/>
            <a:pathLst>
              <a:path w="4973099" h="6858001">
                <a:moveTo>
                  <a:pt x="3628384" y="0"/>
                </a:moveTo>
                <a:lnTo>
                  <a:pt x="4971922" y="0"/>
                </a:lnTo>
                <a:lnTo>
                  <a:pt x="4946877" y="155677"/>
                </a:lnTo>
                <a:lnTo>
                  <a:pt x="4923008" y="310668"/>
                </a:lnTo>
                <a:lnTo>
                  <a:pt x="4899644" y="466344"/>
                </a:lnTo>
                <a:lnTo>
                  <a:pt x="4879641" y="622707"/>
                </a:lnTo>
                <a:lnTo>
                  <a:pt x="4859470" y="778383"/>
                </a:lnTo>
                <a:lnTo>
                  <a:pt x="4840644" y="934746"/>
                </a:lnTo>
                <a:lnTo>
                  <a:pt x="4824508" y="1089051"/>
                </a:lnTo>
                <a:lnTo>
                  <a:pt x="4809212" y="1245413"/>
                </a:lnTo>
                <a:lnTo>
                  <a:pt x="4795260" y="1401090"/>
                </a:lnTo>
                <a:lnTo>
                  <a:pt x="4783158" y="1554023"/>
                </a:lnTo>
                <a:lnTo>
                  <a:pt x="4771055" y="1709014"/>
                </a:lnTo>
                <a:lnTo>
                  <a:pt x="4760970" y="1861947"/>
                </a:lnTo>
                <a:lnTo>
                  <a:pt x="4753070" y="2014881"/>
                </a:lnTo>
                <a:lnTo>
                  <a:pt x="4744833" y="2167128"/>
                </a:lnTo>
                <a:lnTo>
                  <a:pt x="4737942" y="2318004"/>
                </a:lnTo>
                <a:lnTo>
                  <a:pt x="4733067" y="2467509"/>
                </a:lnTo>
                <a:lnTo>
                  <a:pt x="4728865" y="2617013"/>
                </a:lnTo>
                <a:lnTo>
                  <a:pt x="4724831" y="2765146"/>
                </a:lnTo>
                <a:lnTo>
                  <a:pt x="4722982" y="2911221"/>
                </a:lnTo>
                <a:lnTo>
                  <a:pt x="4720965" y="3057297"/>
                </a:lnTo>
                <a:lnTo>
                  <a:pt x="4719956" y="3201315"/>
                </a:lnTo>
                <a:lnTo>
                  <a:pt x="4720965" y="3343961"/>
                </a:lnTo>
                <a:lnTo>
                  <a:pt x="4720965" y="3485236"/>
                </a:lnTo>
                <a:lnTo>
                  <a:pt x="4722982" y="3625139"/>
                </a:lnTo>
                <a:lnTo>
                  <a:pt x="4726007" y="3762299"/>
                </a:lnTo>
                <a:lnTo>
                  <a:pt x="4728865" y="3898087"/>
                </a:lnTo>
                <a:lnTo>
                  <a:pt x="4732059" y="4031133"/>
                </a:lnTo>
                <a:lnTo>
                  <a:pt x="4736933" y="4163492"/>
                </a:lnTo>
                <a:lnTo>
                  <a:pt x="4742144" y="4293793"/>
                </a:lnTo>
                <a:lnTo>
                  <a:pt x="4746850" y="4421352"/>
                </a:lnTo>
                <a:lnTo>
                  <a:pt x="4760130" y="4670298"/>
                </a:lnTo>
                <a:lnTo>
                  <a:pt x="4774249" y="4908956"/>
                </a:lnTo>
                <a:lnTo>
                  <a:pt x="4789041" y="5138013"/>
                </a:lnTo>
                <a:lnTo>
                  <a:pt x="4805346" y="5354726"/>
                </a:lnTo>
                <a:lnTo>
                  <a:pt x="4822323" y="5561838"/>
                </a:lnTo>
                <a:lnTo>
                  <a:pt x="4840644" y="5753862"/>
                </a:lnTo>
                <a:lnTo>
                  <a:pt x="4858630" y="5934227"/>
                </a:lnTo>
                <a:lnTo>
                  <a:pt x="4876615" y="6100191"/>
                </a:lnTo>
                <a:lnTo>
                  <a:pt x="4893592" y="6252438"/>
                </a:lnTo>
                <a:lnTo>
                  <a:pt x="4909729" y="6387541"/>
                </a:lnTo>
                <a:lnTo>
                  <a:pt x="4925025" y="6509613"/>
                </a:lnTo>
                <a:lnTo>
                  <a:pt x="4937800" y="6612483"/>
                </a:lnTo>
                <a:lnTo>
                  <a:pt x="4949902" y="6698894"/>
                </a:lnTo>
                <a:lnTo>
                  <a:pt x="4967216" y="6817538"/>
                </a:lnTo>
                <a:lnTo>
                  <a:pt x="4973099" y="6858000"/>
                </a:lnTo>
                <a:lnTo>
                  <a:pt x="4075210" y="6858000"/>
                </a:lnTo>
                <a:lnTo>
                  <a:pt x="4075210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28384" y="1"/>
                </a:lnTo>
                <a:close/>
              </a:path>
            </a:pathLst>
          </a:cu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9C5C74-36B3-87E8-9D22-88E8169FD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8948" y="1547635"/>
            <a:ext cx="4140383" cy="419548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Web Services (AWS) was officially launched in 2006 to provide IT infrastructure services over the internet, born from Amazon's own need to manage its rapidly growing e-commerce operations. It began with the launch of Amazon Simple Queue Service (SQS) and the following year, Amazon Simple Storage Service (S3) and EC2 compute services were released, creating a cloud computing platform for businesses to build, deploy, and scale applications without managing their own physical servers. </a:t>
            </a:r>
            <a:endParaRPr lang="en-IN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5" name="Picture 4" descr="A map of the world with different cities&#10;&#10;AI-generated content may be incorrect.">
            <a:extLst>
              <a:ext uri="{FF2B5EF4-FFF2-40B4-BE49-F238E27FC236}">
                <a16:creationId xmlns:a16="http://schemas.microsoft.com/office/drawing/2014/main" id="{39565094-2585-C5E4-C04E-A034B24DB8B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74" r="973" b="1"/>
          <a:stretch>
            <a:fillRect/>
          </a:stretch>
        </p:blipFill>
        <p:spPr>
          <a:xfrm>
            <a:off x="20" y="-5"/>
            <a:ext cx="9143752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22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3753695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9144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65DAFA-FA28-A51A-F28F-999468A20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687" y="4854346"/>
            <a:ext cx="7805701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/>
            <a:r>
              <a:rPr lang="en-US" sz="4000" b="1" dirty="0">
                <a:solidFill>
                  <a:srgbClr val="EBEB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 Global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225468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holding a ladder over a rack of computer equipment&#10;&#10;AI-generated content may be incorrect.">
            <a:extLst>
              <a:ext uri="{FF2B5EF4-FFF2-40B4-BE49-F238E27FC236}">
                <a16:creationId xmlns:a16="http://schemas.microsoft.com/office/drawing/2014/main" id="{ED3A21EC-3902-8596-0794-C1E1F1F7FB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6" r="24404"/>
          <a:stretch>
            <a:fillRect/>
          </a:stretch>
        </p:blipFill>
        <p:spPr>
          <a:xfrm>
            <a:off x="3923071" y="3429000"/>
            <a:ext cx="5219774" cy="3429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4FC9395-363F-4303-9B88-F5B9F15A2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Content Placeholder 10">
            <a:extLst>
              <a:ext uri="{FF2B5EF4-FFF2-40B4-BE49-F238E27FC236}">
                <a16:creationId xmlns:a16="http://schemas.microsoft.com/office/drawing/2014/main" id="{374D8727-9D8B-2FA0-E5A0-7D5DDE81A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74" y="2377384"/>
            <a:ext cx="3460955" cy="137654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/>
              <a:t>Data Centers and Servers</a:t>
            </a:r>
          </a:p>
        </p:txBody>
      </p:sp>
      <p:pic>
        <p:nvPicPr>
          <p:cNvPr id="5" name="Content Placeholder 4" descr="Aerial view of a parking lot&#10;&#10;AI-generated content may be incorrect.">
            <a:extLst>
              <a:ext uri="{FF2B5EF4-FFF2-40B4-BE49-F238E27FC236}">
                <a16:creationId xmlns:a16="http://schemas.microsoft.com/office/drawing/2014/main" id="{16A1C125-93A9-FD2C-8E14-825930B0EF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172" r="13928"/>
          <a:stretch>
            <a:fillRect/>
          </a:stretch>
        </p:blipFill>
        <p:spPr>
          <a:xfrm>
            <a:off x="3923071" y="0"/>
            <a:ext cx="5219774" cy="335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679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AWS Services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C7742D-40E4-13D6-1E2A-8EF955886D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611451"/>
              </p:ext>
            </p:extLst>
          </p:nvPr>
        </p:nvGraphicFramePr>
        <p:xfrm>
          <a:off x="827699" y="2052925"/>
          <a:ext cx="7055379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8781ED-CB1E-67B1-46DD-84D3FBD089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58" r="-2" b="4634"/>
          <a:stretch>
            <a:fillRect/>
          </a:stretch>
        </p:blipFill>
        <p:spPr>
          <a:xfrm>
            <a:off x="20" y="-5"/>
            <a:ext cx="9143752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CE5851-C107-D70C-249E-1211CDF49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687" y="4854346"/>
            <a:ext cx="7805701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/>
            <a:r>
              <a:rPr lang="en-US" b="1" dirty="0">
                <a:solidFill>
                  <a:srgbClr val="EBEBEB"/>
                </a:solidFill>
              </a:rPr>
              <a:t>AWS Web Services</a:t>
            </a:r>
          </a:p>
        </p:txBody>
      </p:sp>
    </p:spTree>
    <p:extLst>
      <p:ext uri="{BB962C8B-B14F-4D97-AF65-F5344CB8AC3E}">
        <p14:creationId xmlns:p14="http://schemas.microsoft.com/office/powerpoint/2010/main" val="7873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EBEB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 Cost Optimization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85F327-CFC1-48A4-175F-0AD530A751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2809103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EBEB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 Life Examples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704038-83DD-B631-AD47-3D2B32B476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2698422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4934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5541CD5-D7AC-4686-8783-CF5D1D4FC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6"/>
            <a:ext cx="9143771" cy="685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0420923D-0C6E-4656-9A01-EE9FB6345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3787058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904D0A95-DEAA-4B8D-A340-BEC3A5DBC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228" y="4065581"/>
            <a:ext cx="9143772" cy="2802467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0">
            <a:scrgbClr r="0" g="0" b="0"/>
          </a:lnRef>
          <a:fillRef idx="1003">
            <a:schemeClr val="dk2"/>
          </a:fillRef>
          <a:effectRef idx="0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889" y="4909885"/>
            <a:ext cx="8226221" cy="825932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EBEB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of Cloud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ACF01D-CD53-BFCD-C810-BD0ECC9F48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2353687"/>
              </p:ext>
            </p:extLst>
          </p:nvPr>
        </p:nvGraphicFramePr>
        <p:xfrm>
          <a:off x="484584" y="593387"/>
          <a:ext cx="8176022" cy="3383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 descr="A person in a blue shirt&#10;&#10;AI-generated content may be incorrect.">
            <a:extLst>
              <a:ext uri="{FF2B5EF4-FFF2-40B4-BE49-F238E27FC236}">
                <a16:creationId xmlns:a16="http://schemas.microsoft.com/office/drawing/2014/main" id="{F33A0AB9-666C-43D6-62B6-323597C76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 b="3240"/>
          <a:stretch>
            <a:fillRect/>
          </a:stretch>
        </p:blipFill>
        <p:spPr>
          <a:xfrm>
            <a:off x="2268954" y="643467"/>
            <a:ext cx="4606090" cy="5571066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116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3943" y="1325880"/>
            <a:ext cx="2514282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457200"/>
            <a:r>
              <a:rPr lang="en-US" sz="6000" b="1" i="0" kern="1200" dirty="0">
                <a:solidFill>
                  <a:srgbClr val="EBEB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59776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857465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0B8C4B17-3199-4BF1-65B7-98D635A1D1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2890" y="1077269"/>
            <a:ext cx="4702997" cy="4702997"/>
          </a:xfrm>
          <a:prstGeom prst="rect">
            <a:avLst/>
          </a:prstGeom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102</TotalTime>
  <Words>332</Words>
  <Application>Microsoft Office PowerPoint</Application>
  <PresentationFormat>On-screen Show (4:3)</PresentationFormat>
  <Paragraphs>45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Calibri</vt:lpstr>
      <vt:lpstr>Century Gothic</vt:lpstr>
      <vt:lpstr>Wingdings 3</vt:lpstr>
      <vt:lpstr>Ion</vt:lpstr>
      <vt:lpstr>Cloud Introduction with AWS</vt:lpstr>
      <vt:lpstr>What do you mean by cloud ?</vt:lpstr>
      <vt:lpstr>What is Cloud or Cloud Computing?</vt:lpstr>
      <vt:lpstr>Why Cloud?</vt:lpstr>
      <vt:lpstr>Cloud Models</vt:lpstr>
      <vt:lpstr>Top Cloud Providers</vt:lpstr>
      <vt:lpstr>AWS History</vt:lpstr>
      <vt:lpstr>AWS Global Infrastructure</vt:lpstr>
      <vt:lpstr>PowerPoint Presentation</vt:lpstr>
      <vt:lpstr>Key AWS Services</vt:lpstr>
      <vt:lpstr>AWS Web Services</vt:lpstr>
      <vt:lpstr>AWS Cost Optimization</vt:lpstr>
      <vt:lpstr>Real Life Examples</vt:lpstr>
      <vt:lpstr>Future of Cloud</vt:lpstr>
      <vt:lpstr>PowerPoint Presentation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</cp:lastModifiedBy>
  <cp:revision>172</cp:revision>
  <dcterms:created xsi:type="dcterms:W3CDTF">2013-01-27T09:14:16Z</dcterms:created>
  <dcterms:modified xsi:type="dcterms:W3CDTF">2025-11-20T05:47:37Z</dcterms:modified>
  <cp:category/>
</cp:coreProperties>
</file>